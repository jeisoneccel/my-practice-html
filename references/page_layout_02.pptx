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76327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D7E61"/>
    <a:srgbClr val="A193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42" autoAdjust="0"/>
    <p:restoredTop sz="94660"/>
  </p:normalViewPr>
  <p:slideViewPr>
    <p:cSldViewPr snapToGrid="0">
      <p:cViewPr>
        <p:scale>
          <a:sx n="75" d="100"/>
          <a:sy n="75" d="100"/>
        </p:scale>
        <p:origin x="1260" y="7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249149"/>
            <a:ext cx="9144000" cy="265731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008935"/>
            <a:ext cx="9144000" cy="184280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F6634-FFC6-4101-A02E-00F5B8544E19}" type="datetimeFigureOut">
              <a:rPr lang="en-CA" smtClean="0"/>
              <a:t>2020-04-30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4DFE1-255B-44E7-9890-4AD0922818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08210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F6634-FFC6-4101-A02E-00F5B8544E19}" type="datetimeFigureOut">
              <a:rPr lang="en-CA" smtClean="0"/>
              <a:t>2020-04-30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4DFE1-255B-44E7-9890-4AD0922818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62552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902875"/>
            <a:ext cx="10515600" cy="3174991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5107903"/>
            <a:ext cx="10515600" cy="166965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F6634-FFC6-4101-A02E-00F5B8544E19}" type="datetimeFigureOut">
              <a:rPr lang="en-CA" smtClean="0"/>
              <a:t>2020-04-30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4DFE1-255B-44E7-9890-4AD0922818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4789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031853"/>
            <a:ext cx="5181600" cy="48428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031853"/>
            <a:ext cx="5181600" cy="48428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F6634-FFC6-4101-A02E-00F5B8544E19}" type="datetimeFigureOut">
              <a:rPr lang="en-CA" smtClean="0"/>
              <a:t>2020-04-30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4DFE1-255B-44E7-9890-4AD0922818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35089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06371"/>
            <a:ext cx="10515600" cy="147530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871072"/>
            <a:ext cx="5157787" cy="91698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788056"/>
            <a:ext cx="5157787" cy="41008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871072"/>
            <a:ext cx="5183188" cy="91698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788056"/>
            <a:ext cx="5183188" cy="41008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F6634-FFC6-4101-A02E-00F5B8544E19}" type="datetimeFigureOut">
              <a:rPr lang="en-CA" smtClean="0"/>
              <a:t>2020-04-30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4DFE1-255B-44E7-9890-4AD0922818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90232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F6634-FFC6-4101-A02E-00F5B8544E19}" type="datetimeFigureOut">
              <a:rPr lang="en-CA" smtClean="0"/>
              <a:t>2020-04-30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4DFE1-255B-44E7-9890-4AD0922818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67231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F6634-FFC6-4101-A02E-00F5B8544E19}" type="datetimeFigureOut">
              <a:rPr lang="en-CA" smtClean="0"/>
              <a:t>2020-04-30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4DFE1-255B-44E7-9890-4AD0922818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03064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508847"/>
            <a:ext cx="3932237" cy="178096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098968"/>
            <a:ext cx="6172200" cy="542416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289810"/>
            <a:ext cx="3932237" cy="424215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F6634-FFC6-4101-A02E-00F5B8544E19}" type="datetimeFigureOut">
              <a:rPr lang="en-CA" smtClean="0"/>
              <a:t>2020-04-30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4DFE1-255B-44E7-9890-4AD0922818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22899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508847"/>
            <a:ext cx="3932237" cy="178096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098968"/>
            <a:ext cx="6172200" cy="542416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289810"/>
            <a:ext cx="3932237" cy="424215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F6634-FFC6-4101-A02E-00F5B8544E19}" type="datetimeFigureOut">
              <a:rPr lang="en-CA" smtClean="0"/>
              <a:t>2020-04-30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4DFE1-255B-44E7-9890-4AD0922818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04579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F6634-FFC6-4101-A02E-00F5B8544E19}" type="datetimeFigureOut">
              <a:rPr lang="en-CA" smtClean="0"/>
              <a:t>2020-04-30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4DFE1-255B-44E7-9890-4AD0922818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23072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06371"/>
            <a:ext cx="2628900" cy="64683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06371"/>
            <a:ext cx="7734300" cy="64683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F6634-FFC6-4101-A02E-00F5B8544E19}" type="datetimeFigureOut">
              <a:rPr lang="en-CA" smtClean="0"/>
              <a:t>2020-04-30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4DFE1-255B-44E7-9890-4AD0922818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099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06371"/>
            <a:ext cx="10515600" cy="14753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031853"/>
            <a:ext cx="10515600" cy="48428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7074382"/>
            <a:ext cx="2743200" cy="4063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BF6634-FFC6-4101-A02E-00F5B8544E19}" type="datetimeFigureOut">
              <a:rPr lang="en-CA" smtClean="0"/>
              <a:t>2020-04-30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7074382"/>
            <a:ext cx="4114800" cy="4063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7074382"/>
            <a:ext cx="2743200" cy="4063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24DFE1-255B-44E7-9890-4AD0922818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2364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7FC291B7-0A82-427B-8A70-A54DE2F80D5D}"/>
              </a:ext>
            </a:extLst>
          </p:cNvPr>
          <p:cNvSpPr/>
          <p:nvPr/>
        </p:nvSpPr>
        <p:spPr>
          <a:xfrm>
            <a:off x="73955" y="636601"/>
            <a:ext cx="11924142" cy="38108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FB32B47-212B-4510-94DD-43E414F4AAD0}"/>
              </a:ext>
            </a:extLst>
          </p:cNvPr>
          <p:cNvSpPr/>
          <p:nvPr/>
        </p:nvSpPr>
        <p:spPr>
          <a:xfrm>
            <a:off x="73955" y="1159499"/>
            <a:ext cx="11924142" cy="19761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D9566BA-A384-4C00-A45D-34323E5D6483}"/>
              </a:ext>
            </a:extLst>
          </p:cNvPr>
          <p:cNvSpPr/>
          <p:nvPr/>
        </p:nvSpPr>
        <p:spPr>
          <a:xfrm>
            <a:off x="1733029" y="4449827"/>
            <a:ext cx="10274438" cy="257142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04AE615-670F-4311-9EE2-05E7F0A8DB7E}"/>
              </a:ext>
            </a:extLst>
          </p:cNvPr>
          <p:cNvSpPr/>
          <p:nvPr/>
        </p:nvSpPr>
        <p:spPr>
          <a:xfrm>
            <a:off x="1733029" y="3292892"/>
            <a:ext cx="10274438" cy="10172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9F40DD6-8139-4F9F-8B3E-61F008AD9A96}"/>
              </a:ext>
            </a:extLst>
          </p:cNvPr>
          <p:cNvSpPr/>
          <p:nvPr/>
        </p:nvSpPr>
        <p:spPr>
          <a:xfrm>
            <a:off x="73955" y="3292892"/>
            <a:ext cx="1568176" cy="372836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CA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1BC9BE-36DB-43DB-BEF0-03F7A9B0976A}"/>
              </a:ext>
            </a:extLst>
          </p:cNvPr>
          <p:cNvSpPr/>
          <p:nvPr/>
        </p:nvSpPr>
        <p:spPr>
          <a:xfrm>
            <a:off x="-6134" y="1"/>
            <a:ext cx="12192000" cy="50453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C31854-4282-440A-9D0F-A77E5939452F}"/>
              </a:ext>
            </a:extLst>
          </p:cNvPr>
          <p:cNvSpPr/>
          <p:nvPr/>
        </p:nvSpPr>
        <p:spPr>
          <a:xfrm>
            <a:off x="-12268" y="7178487"/>
            <a:ext cx="12192000" cy="4542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Guitar Wizard – Developed by Jeison Eccel</a:t>
            </a:r>
            <a:endParaRPr lang="en-CA" sz="1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E751D5-29AD-4A29-91C6-C5AE32AEB7BF}"/>
              </a:ext>
            </a:extLst>
          </p:cNvPr>
          <p:cNvSpPr/>
          <p:nvPr/>
        </p:nvSpPr>
        <p:spPr>
          <a:xfrm>
            <a:off x="751038" y="1503479"/>
            <a:ext cx="11087721" cy="1416205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361A93-0F5F-41AB-9D37-074745EBB00B}"/>
              </a:ext>
            </a:extLst>
          </p:cNvPr>
          <p:cNvSpPr/>
          <p:nvPr/>
        </p:nvSpPr>
        <p:spPr>
          <a:xfrm>
            <a:off x="205837" y="1503479"/>
            <a:ext cx="413327" cy="17267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</a:t>
            </a:r>
            <a:endParaRPr lang="en-CA" sz="10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B1442C-59CD-49F1-9EAF-2C791DFB775A}"/>
              </a:ext>
            </a:extLst>
          </p:cNvPr>
          <p:cNvSpPr/>
          <p:nvPr/>
        </p:nvSpPr>
        <p:spPr>
          <a:xfrm>
            <a:off x="205835" y="1748015"/>
            <a:ext cx="413327" cy="17267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B</a:t>
            </a:r>
            <a:endParaRPr lang="en-CA" sz="10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43C745-1C8A-47A8-BEAB-E1CBF4E0F476}"/>
              </a:ext>
            </a:extLst>
          </p:cNvPr>
          <p:cNvSpPr/>
          <p:nvPr/>
        </p:nvSpPr>
        <p:spPr>
          <a:xfrm>
            <a:off x="205834" y="1992381"/>
            <a:ext cx="413327" cy="17267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G</a:t>
            </a:r>
            <a:endParaRPr lang="en-CA" sz="10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BE4819-D729-4FA8-8423-297E6A007059}"/>
              </a:ext>
            </a:extLst>
          </p:cNvPr>
          <p:cNvSpPr/>
          <p:nvPr/>
        </p:nvSpPr>
        <p:spPr>
          <a:xfrm>
            <a:off x="205834" y="2237172"/>
            <a:ext cx="413327" cy="17267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</a:t>
            </a:r>
            <a:endParaRPr lang="en-CA" sz="10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08620B-BBED-4C53-9B90-452AE9E16707}"/>
              </a:ext>
            </a:extLst>
          </p:cNvPr>
          <p:cNvSpPr/>
          <p:nvPr/>
        </p:nvSpPr>
        <p:spPr>
          <a:xfrm>
            <a:off x="205834" y="2480785"/>
            <a:ext cx="413327" cy="17267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</a:t>
            </a:r>
            <a:endParaRPr lang="en-CA" sz="10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99F543-F820-4FFE-99DD-262CE35F1100}"/>
              </a:ext>
            </a:extLst>
          </p:cNvPr>
          <p:cNvSpPr/>
          <p:nvPr/>
        </p:nvSpPr>
        <p:spPr>
          <a:xfrm>
            <a:off x="205833" y="2733634"/>
            <a:ext cx="413327" cy="17267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</a:t>
            </a:r>
            <a:endParaRPr lang="en-CA" sz="10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95B148-4C58-4893-81F8-750707CA0E4B}"/>
              </a:ext>
            </a:extLst>
          </p:cNvPr>
          <p:cNvSpPr/>
          <p:nvPr/>
        </p:nvSpPr>
        <p:spPr>
          <a:xfrm>
            <a:off x="-6134" y="0"/>
            <a:ext cx="856089" cy="49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LOGO</a:t>
            </a:r>
            <a:endParaRPr lang="en-CA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2E6BA5-0369-4903-9840-8A1E7EE3C23E}"/>
              </a:ext>
            </a:extLst>
          </p:cNvPr>
          <p:cNvSpPr/>
          <p:nvPr/>
        </p:nvSpPr>
        <p:spPr>
          <a:xfrm>
            <a:off x="7352355" y="2"/>
            <a:ext cx="1163778" cy="4948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SCALES</a:t>
            </a:r>
            <a:endParaRPr lang="en-CA" sz="1100" b="1" dirty="0">
              <a:solidFill>
                <a:schemeClr val="accent1">
                  <a:lumMod val="40000"/>
                  <a:lumOff val="6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A4CAB43-ED58-448F-98C5-5E3BFF841839}"/>
              </a:ext>
            </a:extLst>
          </p:cNvPr>
          <p:cNvSpPr/>
          <p:nvPr/>
        </p:nvSpPr>
        <p:spPr>
          <a:xfrm>
            <a:off x="8516133" y="1"/>
            <a:ext cx="1163778" cy="4948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CHORDS</a:t>
            </a:r>
            <a:endParaRPr lang="en-CA" sz="1100" b="1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46D4595-7DFC-4A67-AD2B-43F9D6EF933A}"/>
              </a:ext>
            </a:extLst>
          </p:cNvPr>
          <p:cNvSpPr/>
          <p:nvPr/>
        </p:nvSpPr>
        <p:spPr>
          <a:xfrm>
            <a:off x="9679911" y="0"/>
            <a:ext cx="1163778" cy="4948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ARPEGGIOS</a:t>
            </a:r>
            <a:endParaRPr lang="en-CA" sz="1100" b="1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79C51B-8D96-401B-9166-F707930733E3}"/>
              </a:ext>
            </a:extLst>
          </p:cNvPr>
          <p:cNvSpPr/>
          <p:nvPr/>
        </p:nvSpPr>
        <p:spPr>
          <a:xfrm>
            <a:off x="10843689" y="2"/>
            <a:ext cx="1163778" cy="4948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CHORD PROGRESSION</a:t>
            </a:r>
            <a:endParaRPr lang="en-CA" sz="1100" b="1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F866865-DC9F-4D6F-A610-C791D77E924D}"/>
              </a:ext>
            </a:extLst>
          </p:cNvPr>
          <p:cNvSpPr/>
          <p:nvPr/>
        </p:nvSpPr>
        <p:spPr>
          <a:xfrm>
            <a:off x="2343245" y="2711394"/>
            <a:ext cx="241077" cy="241077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A</a:t>
            </a:r>
            <a:endParaRPr lang="en-CA" sz="10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CC0F76A-EB54-4D86-9966-34E7C2D16B7F}"/>
              </a:ext>
            </a:extLst>
          </p:cNvPr>
          <p:cNvSpPr/>
          <p:nvPr/>
        </p:nvSpPr>
        <p:spPr>
          <a:xfrm>
            <a:off x="3067373" y="2714122"/>
            <a:ext cx="241077" cy="241077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</a:t>
            </a:r>
            <a:endParaRPr lang="en-CA" sz="10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E7B03DD-41A1-4402-941B-7893DD7AED00}"/>
              </a:ext>
            </a:extLst>
          </p:cNvPr>
          <p:cNvSpPr/>
          <p:nvPr/>
        </p:nvSpPr>
        <p:spPr>
          <a:xfrm>
            <a:off x="3555720" y="2705374"/>
            <a:ext cx="241077" cy="241077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</a:t>
            </a:r>
            <a:endParaRPr lang="en-CA" sz="1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9E5F4B-3FA1-4A7E-99D3-3FCCD849CD73}"/>
              </a:ext>
            </a:extLst>
          </p:cNvPr>
          <p:cNvSpPr txBox="1"/>
          <p:nvPr/>
        </p:nvSpPr>
        <p:spPr>
          <a:xfrm>
            <a:off x="140705" y="3401927"/>
            <a:ext cx="7569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# STRINGS: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966E635-6590-45A0-ABF7-D937D2A68139}"/>
              </a:ext>
            </a:extLst>
          </p:cNvPr>
          <p:cNvSpPr/>
          <p:nvPr/>
        </p:nvSpPr>
        <p:spPr>
          <a:xfrm>
            <a:off x="193903" y="3635834"/>
            <a:ext cx="1303873" cy="2301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6 strings</a:t>
            </a:r>
            <a:endParaRPr lang="en-CA" sz="10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8B62913-31DC-4996-86A2-E267C7043A97}"/>
              </a:ext>
            </a:extLst>
          </p:cNvPr>
          <p:cNvSpPr/>
          <p:nvPr/>
        </p:nvSpPr>
        <p:spPr>
          <a:xfrm>
            <a:off x="204181" y="4159905"/>
            <a:ext cx="1303873" cy="2301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C</a:t>
            </a:r>
            <a:endParaRPr lang="en-CA" sz="10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5AAA5CD-F3F9-4E34-BF7A-FC112E202803}"/>
              </a:ext>
            </a:extLst>
          </p:cNvPr>
          <p:cNvSpPr/>
          <p:nvPr/>
        </p:nvSpPr>
        <p:spPr>
          <a:xfrm>
            <a:off x="193903" y="4704204"/>
            <a:ext cx="1303873" cy="2301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Major</a:t>
            </a:r>
            <a:endParaRPr lang="en-CA" sz="10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A1E8763-CB06-4D3B-82D2-572CEAC451BD}"/>
              </a:ext>
            </a:extLst>
          </p:cNvPr>
          <p:cNvSpPr/>
          <p:nvPr/>
        </p:nvSpPr>
        <p:spPr>
          <a:xfrm>
            <a:off x="182026" y="5290179"/>
            <a:ext cx="1303873" cy="2301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3 notes per String</a:t>
            </a:r>
            <a:endParaRPr lang="en-CA" sz="1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C57520-B56E-411E-BD76-AAA1AEF13D34}"/>
              </a:ext>
            </a:extLst>
          </p:cNvPr>
          <p:cNvSpPr txBox="1"/>
          <p:nvPr/>
        </p:nvSpPr>
        <p:spPr>
          <a:xfrm>
            <a:off x="140705" y="3928942"/>
            <a:ext cx="841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ROOT NOTE: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A18202F-DD35-4F60-8942-0A6BE1551CB9}"/>
              </a:ext>
            </a:extLst>
          </p:cNvPr>
          <p:cNvSpPr txBox="1"/>
          <p:nvPr/>
        </p:nvSpPr>
        <p:spPr>
          <a:xfrm>
            <a:off x="112055" y="4461147"/>
            <a:ext cx="5373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SCALE: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6757C92-B885-460C-8556-971999B62C74}"/>
              </a:ext>
            </a:extLst>
          </p:cNvPr>
          <p:cNvSpPr txBox="1"/>
          <p:nvPr/>
        </p:nvSpPr>
        <p:spPr>
          <a:xfrm>
            <a:off x="112055" y="5021585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PATTERN:</a:t>
            </a:r>
          </a:p>
        </p:txBody>
      </p:sp>
      <p:graphicFrame>
        <p:nvGraphicFramePr>
          <p:cNvPr id="36" name="Table 36">
            <a:extLst>
              <a:ext uri="{FF2B5EF4-FFF2-40B4-BE49-F238E27FC236}">
                <a16:creationId xmlns:a16="http://schemas.microsoft.com/office/drawing/2014/main" id="{0C40345E-7218-4AEB-A15D-F7F381C18B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2698236"/>
              </p:ext>
            </p:extLst>
          </p:nvPr>
        </p:nvGraphicFramePr>
        <p:xfrm>
          <a:off x="1823928" y="3622319"/>
          <a:ext cx="1002420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3800">
                  <a:extLst>
                    <a:ext uri="{9D8B030D-6E8A-4147-A177-3AD203B41FA5}">
                      <a16:colId xmlns:a16="http://schemas.microsoft.com/office/drawing/2014/main" val="382604860"/>
                    </a:ext>
                  </a:extLst>
                </a:gridCol>
                <a:gridCol w="1113800">
                  <a:extLst>
                    <a:ext uri="{9D8B030D-6E8A-4147-A177-3AD203B41FA5}">
                      <a16:colId xmlns:a16="http://schemas.microsoft.com/office/drawing/2014/main" val="3903095731"/>
                    </a:ext>
                  </a:extLst>
                </a:gridCol>
                <a:gridCol w="1113800">
                  <a:extLst>
                    <a:ext uri="{9D8B030D-6E8A-4147-A177-3AD203B41FA5}">
                      <a16:colId xmlns:a16="http://schemas.microsoft.com/office/drawing/2014/main" val="2710649396"/>
                    </a:ext>
                  </a:extLst>
                </a:gridCol>
                <a:gridCol w="1113800">
                  <a:extLst>
                    <a:ext uri="{9D8B030D-6E8A-4147-A177-3AD203B41FA5}">
                      <a16:colId xmlns:a16="http://schemas.microsoft.com/office/drawing/2014/main" val="2337847444"/>
                    </a:ext>
                  </a:extLst>
                </a:gridCol>
                <a:gridCol w="1113800">
                  <a:extLst>
                    <a:ext uri="{9D8B030D-6E8A-4147-A177-3AD203B41FA5}">
                      <a16:colId xmlns:a16="http://schemas.microsoft.com/office/drawing/2014/main" val="2013261313"/>
                    </a:ext>
                  </a:extLst>
                </a:gridCol>
                <a:gridCol w="1113800">
                  <a:extLst>
                    <a:ext uri="{9D8B030D-6E8A-4147-A177-3AD203B41FA5}">
                      <a16:colId xmlns:a16="http://schemas.microsoft.com/office/drawing/2014/main" val="3645223381"/>
                    </a:ext>
                  </a:extLst>
                </a:gridCol>
                <a:gridCol w="1113800">
                  <a:extLst>
                    <a:ext uri="{9D8B030D-6E8A-4147-A177-3AD203B41FA5}">
                      <a16:colId xmlns:a16="http://schemas.microsoft.com/office/drawing/2014/main" val="2824009681"/>
                    </a:ext>
                  </a:extLst>
                </a:gridCol>
                <a:gridCol w="1113800">
                  <a:extLst>
                    <a:ext uri="{9D8B030D-6E8A-4147-A177-3AD203B41FA5}">
                      <a16:colId xmlns:a16="http://schemas.microsoft.com/office/drawing/2014/main" val="2544674589"/>
                    </a:ext>
                  </a:extLst>
                </a:gridCol>
                <a:gridCol w="1113800">
                  <a:extLst>
                    <a:ext uri="{9D8B030D-6E8A-4147-A177-3AD203B41FA5}">
                      <a16:colId xmlns:a16="http://schemas.microsoft.com/office/drawing/2014/main" val="3169980525"/>
                    </a:ext>
                  </a:extLst>
                </a:gridCol>
              </a:tblGrid>
              <a:tr h="237785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INTERVAL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R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2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3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4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6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7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8</a:t>
                      </a:r>
                      <a:endParaRPr lang="en-CA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2517296"/>
                  </a:ext>
                </a:extLst>
              </a:tr>
              <a:tr h="237785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NOTE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C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D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E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F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G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A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B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C</a:t>
                      </a:r>
                      <a:endParaRPr lang="en-CA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5699086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E6631ACE-958A-4E30-B124-654D6F2E92E8}"/>
              </a:ext>
            </a:extLst>
          </p:cNvPr>
          <p:cNvSpPr txBox="1"/>
          <p:nvPr/>
        </p:nvSpPr>
        <p:spPr>
          <a:xfrm>
            <a:off x="72357" y="693517"/>
            <a:ext cx="7734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C MAJOR</a:t>
            </a:r>
            <a:endParaRPr lang="en-CA" sz="1200" b="1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6E70BCD-95C2-43A4-A418-65E5A6A54093}"/>
              </a:ext>
            </a:extLst>
          </p:cNvPr>
          <p:cNvSpPr/>
          <p:nvPr/>
        </p:nvSpPr>
        <p:spPr>
          <a:xfrm>
            <a:off x="193902" y="5829019"/>
            <a:ext cx="1303873" cy="2301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B514F1-9CDB-412F-8667-4124426139AC}"/>
              </a:ext>
            </a:extLst>
          </p:cNvPr>
          <p:cNvSpPr txBox="1"/>
          <p:nvPr/>
        </p:nvSpPr>
        <p:spPr>
          <a:xfrm>
            <a:off x="115953" y="5575648"/>
            <a:ext cx="5645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BLOCK: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46D03A1-8B50-4D97-AE5E-D0B8EEF2A219}"/>
              </a:ext>
            </a:extLst>
          </p:cNvPr>
          <p:cNvSpPr/>
          <p:nvPr/>
        </p:nvSpPr>
        <p:spPr>
          <a:xfrm>
            <a:off x="1829399" y="4855882"/>
            <a:ext cx="10018729" cy="195494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Ascending: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Descending: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CA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0088B06-704A-471E-B872-36D592698D52}"/>
              </a:ext>
            </a:extLst>
          </p:cNvPr>
          <p:cNvSpPr txBox="1"/>
          <p:nvPr/>
        </p:nvSpPr>
        <p:spPr>
          <a:xfrm>
            <a:off x="1823927" y="4536353"/>
            <a:ext cx="4090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Tab:</a:t>
            </a:r>
            <a:endParaRPr lang="en-CA" sz="10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C7DA093-52A6-4E0E-847D-FF66ED1F9F89}"/>
              </a:ext>
            </a:extLst>
          </p:cNvPr>
          <p:cNvSpPr txBox="1"/>
          <p:nvPr/>
        </p:nvSpPr>
        <p:spPr>
          <a:xfrm>
            <a:off x="1823927" y="3338159"/>
            <a:ext cx="4860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Scale:</a:t>
            </a:r>
            <a:endParaRPr lang="en-CA" sz="10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9E8731E-ABC3-4399-B56B-B462A5A01855}"/>
              </a:ext>
            </a:extLst>
          </p:cNvPr>
          <p:cNvSpPr txBox="1"/>
          <p:nvPr/>
        </p:nvSpPr>
        <p:spPr>
          <a:xfrm>
            <a:off x="132787" y="1213668"/>
            <a:ext cx="5725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Tuning:</a:t>
            </a:r>
            <a:endParaRPr lang="en-CA" sz="1000" dirty="0"/>
          </a:p>
        </p:txBody>
      </p:sp>
    </p:spTree>
    <p:extLst>
      <p:ext uri="{BB962C8B-B14F-4D97-AF65-F5344CB8AC3E}">
        <p14:creationId xmlns:p14="http://schemas.microsoft.com/office/powerpoint/2010/main" val="2824025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7FC291B7-0A82-427B-8A70-A54DE2F80D5D}"/>
              </a:ext>
            </a:extLst>
          </p:cNvPr>
          <p:cNvSpPr/>
          <p:nvPr/>
        </p:nvSpPr>
        <p:spPr>
          <a:xfrm>
            <a:off x="1723659" y="636601"/>
            <a:ext cx="10274438" cy="38108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FB32B47-212B-4510-94DD-43E414F4AAD0}"/>
              </a:ext>
            </a:extLst>
          </p:cNvPr>
          <p:cNvSpPr/>
          <p:nvPr/>
        </p:nvSpPr>
        <p:spPr>
          <a:xfrm>
            <a:off x="1723659" y="1159499"/>
            <a:ext cx="10274438" cy="19761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D9566BA-A384-4C00-A45D-34323E5D6483}"/>
              </a:ext>
            </a:extLst>
          </p:cNvPr>
          <p:cNvSpPr/>
          <p:nvPr/>
        </p:nvSpPr>
        <p:spPr>
          <a:xfrm>
            <a:off x="1733029" y="4449827"/>
            <a:ext cx="10274438" cy="257142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04AE615-670F-4311-9EE2-05E7F0A8DB7E}"/>
              </a:ext>
            </a:extLst>
          </p:cNvPr>
          <p:cNvSpPr/>
          <p:nvPr/>
        </p:nvSpPr>
        <p:spPr>
          <a:xfrm>
            <a:off x="1733029" y="3292892"/>
            <a:ext cx="10274438" cy="10172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9F40DD6-8139-4F9F-8B3E-61F008AD9A96}"/>
              </a:ext>
            </a:extLst>
          </p:cNvPr>
          <p:cNvSpPr/>
          <p:nvPr/>
        </p:nvSpPr>
        <p:spPr>
          <a:xfrm>
            <a:off x="73955" y="638054"/>
            <a:ext cx="1568176" cy="638319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CA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1BC9BE-36DB-43DB-BEF0-03F7A9B0976A}"/>
              </a:ext>
            </a:extLst>
          </p:cNvPr>
          <p:cNvSpPr/>
          <p:nvPr/>
        </p:nvSpPr>
        <p:spPr>
          <a:xfrm>
            <a:off x="-6134" y="1"/>
            <a:ext cx="12192000" cy="50453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C31854-4282-440A-9D0F-A77E5939452F}"/>
              </a:ext>
            </a:extLst>
          </p:cNvPr>
          <p:cNvSpPr/>
          <p:nvPr/>
        </p:nvSpPr>
        <p:spPr>
          <a:xfrm>
            <a:off x="-12268" y="7178487"/>
            <a:ext cx="12192000" cy="4542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Guitar Wizard – Developed by Jeison Eccel</a:t>
            </a:r>
            <a:endParaRPr lang="en-CA" sz="1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E751D5-29AD-4A29-91C6-C5AE32AEB7BF}"/>
              </a:ext>
            </a:extLst>
          </p:cNvPr>
          <p:cNvSpPr/>
          <p:nvPr/>
        </p:nvSpPr>
        <p:spPr>
          <a:xfrm>
            <a:off x="2392689" y="1503479"/>
            <a:ext cx="9446070" cy="1416205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361A93-0F5F-41AB-9D37-074745EBB00B}"/>
              </a:ext>
            </a:extLst>
          </p:cNvPr>
          <p:cNvSpPr/>
          <p:nvPr/>
        </p:nvSpPr>
        <p:spPr>
          <a:xfrm>
            <a:off x="1820033" y="1503479"/>
            <a:ext cx="413327" cy="17267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</a:t>
            </a:r>
            <a:endParaRPr lang="en-CA" sz="10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B1442C-59CD-49F1-9EAF-2C791DFB775A}"/>
              </a:ext>
            </a:extLst>
          </p:cNvPr>
          <p:cNvSpPr/>
          <p:nvPr/>
        </p:nvSpPr>
        <p:spPr>
          <a:xfrm>
            <a:off x="1820031" y="1748015"/>
            <a:ext cx="413327" cy="17267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B</a:t>
            </a:r>
            <a:endParaRPr lang="en-CA" sz="10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43C745-1C8A-47A8-BEAB-E1CBF4E0F476}"/>
              </a:ext>
            </a:extLst>
          </p:cNvPr>
          <p:cNvSpPr/>
          <p:nvPr/>
        </p:nvSpPr>
        <p:spPr>
          <a:xfrm>
            <a:off x="1820030" y="1992381"/>
            <a:ext cx="413327" cy="17267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G</a:t>
            </a:r>
            <a:endParaRPr lang="en-CA" sz="10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BE4819-D729-4FA8-8423-297E6A007059}"/>
              </a:ext>
            </a:extLst>
          </p:cNvPr>
          <p:cNvSpPr/>
          <p:nvPr/>
        </p:nvSpPr>
        <p:spPr>
          <a:xfrm>
            <a:off x="1820030" y="2237172"/>
            <a:ext cx="413327" cy="17267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</a:t>
            </a:r>
            <a:endParaRPr lang="en-CA" sz="10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08620B-BBED-4C53-9B90-452AE9E16707}"/>
              </a:ext>
            </a:extLst>
          </p:cNvPr>
          <p:cNvSpPr/>
          <p:nvPr/>
        </p:nvSpPr>
        <p:spPr>
          <a:xfrm>
            <a:off x="1820030" y="2480785"/>
            <a:ext cx="413327" cy="17267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</a:t>
            </a:r>
            <a:endParaRPr lang="en-CA" sz="10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99F543-F820-4FFE-99DD-262CE35F1100}"/>
              </a:ext>
            </a:extLst>
          </p:cNvPr>
          <p:cNvSpPr/>
          <p:nvPr/>
        </p:nvSpPr>
        <p:spPr>
          <a:xfrm>
            <a:off x="1820029" y="2733634"/>
            <a:ext cx="413327" cy="17267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</a:t>
            </a:r>
            <a:endParaRPr lang="en-CA" sz="10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95B148-4C58-4893-81F8-750707CA0E4B}"/>
              </a:ext>
            </a:extLst>
          </p:cNvPr>
          <p:cNvSpPr/>
          <p:nvPr/>
        </p:nvSpPr>
        <p:spPr>
          <a:xfrm>
            <a:off x="-6134" y="0"/>
            <a:ext cx="856089" cy="49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LOGO</a:t>
            </a:r>
            <a:endParaRPr lang="en-CA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2E6BA5-0369-4903-9840-8A1E7EE3C23E}"/>
              </a:ext>
            </a:extLst>
          </p:cNvPr>
          <p:cNvSpPr/>
          <p:nvPr/>
        </p:nvSpPr>
        <p:spPr>
          <a:xfrm>
            <a:off x="7352355" y="2"/>
            <a:ext cx="1163778" cy="4948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SCALES</a:t>
            </a:r>
            <a:endParaRPr lang="en-CA" sz="1100" b="1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A4CAB43-ED58-448F-98C5-5E3BFF841839}"/>
              </a:ext>
            </a:extLst>
          </p:cNvPr>
          <p:cNvSpPr/>
          <p:nvPr/>
        </p:nvSpPr>
        <p:spPr>
          <a:xfrm>
            <a:off x="8516133" y="1"/>
            <a:ext cx="1163778" cy="4948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CHORDS</a:t>
            </a:r>
            <a:endParaRPr lang="en-CA" sz="1100" b="1" dirty="0">
              <a:solidFill>
                <a:schemeClr val="accent1">
                  <a:lumMod val="40000"/>
                  <a:lumOff val="6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46D4595-7DFC-4A67-AD2B-43F9D6EF933A}"/>
              </a:ext>
            </a:extLst>
          </p:cNvPr>
          <p:cNvSpPr/>
          <p:nvPr/>
        </p:nvSpPr>
        <p:spPr>
          <a:xfrm>
            <a:off x="9679911" y="0"/>
            <a:ext cx="1163778" cy="4948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ARPEGGIOS</a:t>
            </a:r>
            <a:endParaRPr lang="en-CA" sz="1100" b="1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79C51B-8D96-401B-9166-F707930733E3}"/>
              </a:ext>
            </a:extLst>
          </p:cNvPr>
          <p:cNvSpPr/>
          <p:nvPr/>
        </p:nvSpPr>
        <p:spPr>
          <a:xfrm>
            <a:off x="10843689" y="2"/>
            <a:ext cx="1163778" cy="4948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CHORD PROGRESSION</a:t>
            </a:r>
            <a:endParaRPr lang="en-CA" sz="1100" b="1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F866865-DC9F-4D6F-A610-C791D77E924D}"/>
              </a:ext>
            </a:extLst>
          </p:cNvPr>
          <p:cNvSpPr/>
          <p:nvPr/>
        </p:nvSpPr>
        <p:spPr>
          <a:xfrm>
            <a:off x="2867345" y="2202972"/>
            <a:ext cx="241077" cy="241077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E</a:t>
            </a:r>
            <a:endParaRPr lang="en-CA" sz="10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CC0F76A-EB54-4D86-9966-34E7C2D16B7F}"/>
              </a:ext>
            </a:extLst>
          </p:cNvPr>
          <p:cNvSpPr/>
          <p:nvPr/>
        </p:nvSpPr>
        <p:spPr>
          <a:xfrm>
            <a:off x="3189950" y="2412386"/>
            <a:ext cx="241077" cy="241077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</a:t>
            </a:r>
            <a:endParaRPr lang="en-CA" sz="10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E7B03DD-41A1-4402-941B-7893DD7AED00}"/>
              </a:ext>
            </a:extLst>
          </p:cNvPr>
          <p:cNvSpPr/>
          <p:nvPr/>
        </p:nvSpPr>
        <p:spPr>
          <a:xfrm>
            <a:off x="2485060" y="1738182"/>
            <a:ext cx="241077" cy="241077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</a:t>
            </a:r>
            <a:endParaRPr lang="en-CA" sz="1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9E5F4B-3FA1-4A7E-99D3-3FCCD849CD73}"/>
              </a:ext>
            </a:extLst>
          </p:cNvPr>
          <p:cNvSpPr txBox="1"/>
          <p:nvPr/>
        </p:nvSpPr>
        <p:spPr>
          <a:xfrm>
            <a:off x="140705" y="724039"/>
            <a:ext cx="7569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# STRINGS: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966E635-6590-45A0-ABF7-D937D2A68139}"/>
              </a:ext>
            </a:extLst>
          </p:cNvPr>
          <p:cNvSpPr/>
          <p:nvPr/>
        </p:nvSpPr>
        <p:spPr>
          <a:xfrm>
            <a:off x="193903" y="957946"/>
            <a:ext cx="1303873" cy="2301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6 strings</a:t>
            </a:r>
            <a:endParaRPr lang="en-CA" sz="10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8B62913-31DC-4996-86A2-E267C7043A97}"/>
              </a:ext>
            </a:extLst>
          </p:cNvPr>
          <p:cNvSpPr/>
          <p:nvPr/>
        </p:nvSpPr>
        <p:spPr>
          <a:xfrm>
            <a:off x="204181" y="1482017"/>
            <a:ext cx="1303873" cy="2301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C</a:t>
            </a:r>
            <a:endParaRPr lang="en-CA" sz="10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5AAA5CD-F3F9-4E34-BF7A-FC112E202803}"/>
              </a:ext>
            </a:extLst>
          </p:cNvPr>
          <p:cNvSpPr/>
          <p:nvPr/>
        </p:nvSpPr>
        <p:spPr>
          <a:xfrm>
            <a:off x="193903" y="2026316"/>
            <a:ext cx="1303873" cy="2301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Major</a:t>
            </a:r>
            <a:endParaRPr lang="en-CA" sz="10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A1E8763-CB06-4D3B-82D2-572CEAC451BD}"/>
              </a:ext>
            </a:extLst>
          </p:cNvPr>
          <p:cNvSpPr/>
          <p:nvPr/>
        </p:nvSpPr>
        <p:spPr>
          <a:xfrm>
            <a:off x="182026" y="2612291"/>
            <a:ext cx="1303873" cy="2301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3 notes per String</a:t>
            </a:r>
            <a:endParaRPr lang="en-CA" sz="1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C57520-B56E-411E-BD76-AAA1AEF13D34}"/>
              </a:ext>
            </a:extLst>
          </p:cNvPr>
          <p:cNvSpPr txBox="1"/>
          <p:nvPr/>
        </p:nvSpPr>
        <p:spPr>
          <a:xfrm>
            <a:off x="140705" y="1251054"/>
            <a:ext cx="841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ROOT NOTE: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A18202F-DD35-4F60-8942-0A6BE1551CB9}"/>
              </a:ext>
            </a:extLst>
          </p:cNvPr>
          <p:cNvSpPr txBox="1"/>
          <p:nvPr/>
        </p:nvSpPr>
        <p:spPr>
          <a:xfrm>
            <a:off x="112055" y="1783259"/>
            <a:ext cx="4716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TYPE: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6757C92-B885-460C-8556-971999B62C74}"/>
              </a:ext>
            </a:extLst>
          </p:cNvPr>
          <p:cNvSpPr txBox="1"/>
          <p:nvPr/>
        </p:nvSpPr>
        <p:spPr>
          <a:xfrm>
            <a:off x="112055" y="2343697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PATTERN:</a:t>
            </a:r>
          </a:p>
        </p:txBody>
      </p:sp>
      <p:graphicFrame>
        <p:nvGraphicFramePr>
          <p:cNvPr id="36" name="Table 36">
            <a:extLst>
              <a:ext uri="{FF2B5EF4-FFF2-40B4-BE49-F238E27FC236}">
                <a16:creationId xmlns:a16="http://schemas.microsoft.com/office/drawing/2014/main" id="{0C40345E-7218-4AEB-A15D-F7F381C18B53}"/>
              </a:ext>
            </a:extLst>
          </p:cNvPr>
          <p:cNvGraphicFramePr>
            <a:graphicFrameLocks noGrp="1"/>
          </p:cNvGraphicFramePr>
          <p:nvPr/>
        </p:nvGraphicFramePr>
        <p:xfrm>
          <a:off x="1823928" y="3622319"/>
          <a:ext cx="1002420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3800">
                  <a:extLst>
                    <a:ext uri="{9D8B030D-6E8A-4147-A177-3AD203B41FA5}">
                      <a16:colId xmlns:a16="http://schemas.microsoft.com/office/drawing/2014/main" val="382604860"/>
                    </a:ext>
                  </a:extLst>
                </a:gridCol>
                <a:gridCol w="1113800">
                  <a:extLst>
                    <a:ext uri="{9D8B030D-6E8A-4147-A177-3AD203B41FA5}">
                      <a16:colId xmlns:a16="http://schemas.microsoft.com/office/drawing/2014/main" val="3903095731"/>
                    </a:ext>
                  </a:extLst>
                </a:gridCol>
                <a:gridCol w="1113800">
                  <a:extLst>
                    <a:ext uri="{9D8B030D-6E8A-4147-A177-3AD203B41FA5}">
                      <a16:colId xmlns:a16="http://schemas.microsoft.com/office/drawing/2014/main" val="2710649396"/>
                    </a:ext>
                  </a:extLst>
                </a:gridCol>
                <a:gridCol w="1113800">
                  <a:extLst>
                    <a:ext uri="{9D8B030D-6E8A-4147-A177-3AD203B41FA5}">
                      <a16:colId xmlns:a16="http://schemas.microsoft.com/office/drawing/2014/main" val="2337847444"/>
                    </a:ext>
                  </a:extLst>
                </a:gridCol>
                <a:gridCol w="1113800">
                  <a:extLst>
                    <a:ext uri="{9D8B030D-6E8A-4147-A177-3AD203B41FA5}">
                      <a16:colId xmlns:a16="http://schemas.microsoft.com/office/drawing/2014/main" val="2013261313"/>
                    </a:ext>
                  </a:extLst>
                </a:gridCol>
                <a:gridCol w="1113800">
                  <a:extLst>
                    <a:ext uri="{9D8B030D-6E8A-4147-A177-3AD203B41FA5}">
                      <a16:colId xmlns:a16="http://schemas.microsoft.com/office/drawing/2014/main" val="3645223381"/>
                    </a:ext>
                  </a:extLst>
                </a:gridCol>
                <a:gridCol w="1113800">
                  <a:extLst>
                    <a:ext uri="{9D8B030D-6E8A-4147-A177-3AD203B41FA5}">
                      <a16:colId xmlns:a16="http://schemas.microsoft.com/office/drawing/2014/main" val="2824009681"/>
                    </a:ext>
                  </a:extLst>
                </a:gridCol>
                <a:gridCol w="1113800">
                  <a:extLst>
                    <a:ext uri="{9D8B030D-6E8A-4147-A177-3AD203B41FA5}">
                      <a16:colId xmlns:a16="http://schemas.microsoft.com/office/drawing/2014/main" val="2544674589"/>
                    </a:ext>
                  </a:extLst>
                </a:gridCol>
                <a:gridCol w="1113800">
                  <a:extLst>
                    <a:ext uri="{9D8B030D-6E8A-4147-A177-3AD203B41FA5}">
                      <a16:colId xmlns:a16="http://schemas.microsoft.com/office/drawing/2014/main" val="3169980525"/>
                    </a:ext>
                  </a:extLst>
                </a:gridCol>
              </a:tblGrid>
              <a:tr h="237785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INTERVAL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R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2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3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4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6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7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8</a:t>
                      </a:r>
                      <a:endParaRPr lang="en-CA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2517296"/>
                  </a:ext>
                </a:extLst>
              </a:tr>
              <a:tr h="237785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NOTE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C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D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E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F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G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A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B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C</a:t>
                      </a:r>
                      <a:endParaRPr lang="en-CA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5699086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E6631ACE-958A-4E30-B124-654D6F2E92E8}"/>
              </a:ext>
            </a:extLst>
          </p:cNvPr>
          <p:cNvSpPr txBox="1"/>
          <p:nvPr/>
        </p:nvSpPr>
        <p:spPr>
          <a:xfrm>
            <a:off x="1746983" y="684605"/>
            <a:ext cx="7734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C MAJOR</a:t>
            </a:r>
            <a:endParaRPr lang="en-CA" sz="1200" b="1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6E70BCD-95C2-43A4-A418-65E5A6A54093}"/>
              </a:ext>
            </a:extLst>
          </p:cNvPr>
          <p:cNvSpPr/>
          <p:nvPr/>
        </p:nvSpPr>
        <p:spPr>
          <a:xfrm>
            <a:off x="193902" y="3151131"/>
            <a:ext cx="1303873" cy="2301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Ionian</a:t>
            </a:r>
            <a:endParaRPr lang="en-CA" sz="10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B514F1-9CDB-412F-8667-4124426139AC}"/>
              </a:ext>
            </a:extLst>
          </p:cNvPr>
          <p:cNvSpPr txBox="1"/>
          <p:nvPr/>
        </p:nvSpPr>
        <p:spPr>
          <a:xfrm>
            <a:off x="115953" y="2897760"/>
            <a:ext cx="5533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MODE: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46D03A1-8B50-4D97-AE5E-D0B8EEF2A219}"/>
              </a:ext>
            </a:extLst>
          </p:cNvPr>
          <p:cNvSpPr/>
          <p:nvPr/>
        </p:nvSpPr>
        <p:spPr>
          <a:xfrm>
            <a:off x="1829399" y="4855882"/>
            <a:ext cx="10018729" cy="195494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Ascending: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Descending: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|--------------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CA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0088B06-704A-471E-B872-36D592698D52}"/>
              </a:ext>
            </a:extLst>
          </p:cNvPr>
          <p:cNvSpPr txBox="1"/>
          <p:nvPr/>
        </p:nvSpPr>
        <p:spPr>
          <a:xfrm>
            <a:off x="1823927" y="4536353"/>
            <a:ext cx="4090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Tab:</a:t>
            </a:r>
            <a:endParaRPr lang="en-CA" sz="10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C7DA093-52A6-4E0E-847D-FF66ED1F9F89}"/>
              </a:ext>
            </a:extLst>
          </p:cNvPr>
          <p:cNvSpPr txBox="1"/>
          <p:nvPr/>
        </p:nvSpPr>
        <p:spPr>
          <a:xfrm>
            <a:off x="1823927" y="3338159"/>
            <a:ext cx="4860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Scale:</a:t>
            </a:r>
            <a:endParaRPr lang="en-CA" sz="10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9E8731E-ABC3-4399-B56B-B462A5A01855}"/>
              </a:ext>
            </a:extLst>
          </p:cNvPr>
          <p:cNvSpPr txBox="1"/>
          <p:nvPr/>
        </p:nvSpPr>
        <p:spPr>
          <a:xfrm>
            <a:off x="1746983" y="1213668"/>
            <a:ext cx="5725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Tuning:</a:t>
            </a:r>
            <a:endParaRPr lang="en-CA" sz="1000" dirty="0"/>
          </a:p>
        </p:txBody>
      </p:sp>
    </p:spTree>
    <p:extLst>
      <p:ext uri="{BB962C8B-B14F-4D97-AF65-F5344CB8AC3E}">
        <p14:creationId xmlns:p14="http://schemas.microsoft.com/office/powerpoint/2010/main" val="558516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9789965-59F9-454B-B19D-B16E34F57598}"/>
              </a:ext>
            </a:extLst>
          </p:cNvPr>
          <p:cNvGrpSpPr/>
          <p:nvPr/>
        </p:nvGrpSpPr>
        <p:grpSpPr>
          <a:xfrm>
            <a:off x="-1" y="360000"/>
            <a:ext cx="12168000" cy="1476000"/>
            <a:chOff x="-1" y="360000"/>
            <a:chExt cx="12168000" cy="1476000"/>
          </a:xfrm>
        </p:grpSpPr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890D2506-3E05-4039-A1C2-28E174CB7F12}"/>
                </a:ext>
              </a:extLst>
            </p:cNvPr>
            <p:cNvSpPr/>
            <p:nvPr/>
          </p:nvSpPr>
          <p:spPr>
            <a:xfrm>
              <a:off x="107999" y="360000"/>
              <a:ext cx="12060000" cy="1476000"/>
            </a:xfrm>
            <a:prstGeom prst="rect">
              <a:avLst/>
            </a:prstGeom>
            <a:gradFill>
              <a:gsLst>
                <a:gs pos="70000">
                  <a:srgbClr val="A19377"/>
                </a:gs>
                <a:gs pos="30000">
                  <a:srgbClr val="A19377"/>
                </a:gs>
                <a:gs pos="0">
                  <a:srgbClr val="8D7E61"/>
                </a:gs>
                <a:gs pos="100000">
                  <a:srgbClr val="8D7E61"/>
                </a:gs>
              </a:gsLst>
              <a:lin ang="5400000" scaled="1"/>
            </a:gradFill>
            <a:ln>
              <a:solidFill>
                <a:srgbClr val="8D7E6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B9CE4D8A-8060-4055-963F-176207C287DD}"/>
                </a:ext>
              </a:extLst>
            </p:cNvPr>
            <p:cNvSpPr/>
            <p:nvPr/>
          </p:nvSpPr>
          <p:spPr>
            <a:xfrm rot="10800000">
              <a:off x="575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D257D3DA-8F95-49A8-9DCA-5503238E374A}"/>
                </a:ext>
              </a:extLst>
            </p:cNvPr>
            <p:cNvSpPr/>
            <p:nvPr/>
          </p:nvSpPr>
          <p:spPr>
            <a:xfrm rot="10800000">
              <a:off x="-1" y="360000"/>
              <a:ext cx="108000" cy="1476000"/>
            </a:xfrm>
            <a:prstGeom prst="rect">
              <a:avLst/>
            </a:prstGeom>
            <a:gradFill flip="none" rotWithShape="1">
              <a:gsLst>
                <a:gs pos="48000">
                  <a:schemeClr val="bg1"/>
                </a:gs>
                <a:gs pos="69000">
                  <a:schemeClr val="bg1">
                    <a:lumMod val="65000"/>
                  </a:schemeClr>
                </a:gs>
              </a:gsLst>
              <a:lin ang="10800000" scaled="0"/>
              <a:tileRect/>
            </a:gradFill>
            <a:ln>
              <a:solidFill>
                <a:srgbClr val="8D7E6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849B19B5-235E-4848-913F-D0417FCBABC3}"/>
                </a:ext>
              </a:extLst>
            </p:cNvPr>
            <p:cNvSpPr/>
            <p:nvPr/>
          </p:nvSpPr>
          <p:spPr>
            <a:xfrm rot="10800000">
              <a:off x="1079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27D321E7-49C9-4B32-A24D-6E8C7E3CC421}"/>
                </a:ext>
              </a:extLst>
            </p:cNvPr>
            <p:cNvSpPr/>
            <p:nvPr/>
          </p:nvSpPr>
          <p:spPr>
            <a:xfrm rot="10800000">
              <a:off x="1583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6FE10FE9-A928-4D47-BEE4-589307BF816C}"/>
                </a:ext>
              </a:extLst>
            </p:cNvPr>
            <p:cNvSpPr/>
            <p:nvPr/>
          </p:nvSpPr>
          <p:spPr>
            <a:xfrm rot="10800000">
              <a:off x="2087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B2A9D9A6-E54D-432A-9BBB-CA5FCE54169C}"/>
                </a:ext>
              </a:extLst>
            </p:cNvPr>
            <p:cNvSpPr/>
            <p:nvPr/>
          </p:nvSpPr>
          <p:spPr>
            <a:xfrm rot="10800000">
              <a:off x="2591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2B8938DB-7E33-42D9-A7EC-34C3EAA578A3}"/>
                </a:ext>
              </a:extLst>
            </p:cNvPr>
            <p:cNvSpPr/>
            <p:nvPr/>
          </p:nvSpPr>
          <p:spPr>
            <a:xfrm rot="10800000">
              <a:off x="3095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960E1932-4DCF-401D-BA9F-9533B64AC4C7}"/>
                </a:ext>
              </a:extLst>
            </p:cNvPr>
            <p:cNvSpPr/>
            <p:nvPr/>
          </p:nvSpPr>
          <p:spPr>
            <a:xfrm rot="10800000">
              <a:off x="3599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BA8553A4-808A-49DD-81CD-9B8193DA03C3}"/>
                </a:ext>
              </a:extLst>
            </p:cNvPr>
            <p:cNvSpPr/>
            <p:nvPr/>
          </p:nvSpPr>
          <p:spPr>
            <a:xfrm rot="10800000">
              <a:off x="4103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2E45CD78-AEED-49FF-ABF6-60C066B7F34B}"/>
                </a:ext>
              </a:extLst>
            </p:cNvPr>
            <p:cNvSpPr/>
            <p:nvPr/>
          </p:nvSpPr>
          <p:spPr>
            <a:xfrm rot="10800000">
              <a:off x="4607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BA3F46CC-2E4A-471F-BA83-5604386F86EB}"/>
                </a:ext>
              </a:extLst>
            </p:cNvPr>
            <p:cNvSpPr/>
            <p:nvPr/>
          </p:nvSpPr>
          <p:spPr>
            <a:xfrm rot="10800000">
              <a:off x="5111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BF9EA51C-B334-4886-9E06-69A1AB264A72}"/>
                </a:ext>
              </a:extLst>
            </p:cNvPr>
            <p:cNvSpPr/>
            <p:nvPr/>
          </p:nvSpPr>
          <p:spPr>
            <a:xfrm rot="10800000">
              <a:off x="5615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B4E9758B-4DB3-4C99-88A9-1BC374C11F86}"/>
                </a:ext>
              </a:extLst>
            </p:cNvPr>
            <p:cNvSpPr/>
            <p:nvPr/>
          </p:nvSpPr>
          <p:spPr>
            <a:xfrm rot="10800000">
              <a:off x="6119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95BC32B4-E890-46B6-ADBD-36925938E14F}"/>
                </a:ext>
              </a:extLst>
            </p:cNvPr>
            <p:cNvSpPr/>
            <p:nvPr/>
          </p:nvSpPr>
          <p:spPr>
            <a:xfrm rot="10800000">
              <a:off x="6623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D26BD086-215B-4343-B335-2D015CE9D8E9}"/>
                </a:ext>
              </a:extLst>
            </p:cNvPr>
            <p:cNvSpPr/>
            <p:nvPr/>
          </p:nvSpPr>
          <p:spPr>
            <a:xfrm rot="10800000">
              <a:off x="7127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8DDAAF73-221A-4DDD-96CC-405107F7E575}"/>
                </a:ext>
              </a:extLst>
            </p:cNvPr>
            <p:cNvSpPr/>
            <p:nvPr/>
          </p:nvSpPr>
          <p:spPr>
            <a:xfrm rot="10800000">
              <a:off x="7631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B8239C33-53B3-49BE-B514-1862BF26DB27}"/>
                </a:ext>
              </a:extLst>
            </p:cNvPr>
            <p:cNvSpPr/>
            <p:nvPr/>
          </p:nvSpPr>
          <p:spPr>
            <a:xfrm rot="10800000">
              <a:off x="8135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AEA1F827-E2C7-4D35-804B-4C9900E3FEFD}"/>
                </a:ext>
              </a:extLst>
            </p:cNvPr>
            <p:cNvSpPr/>
            <p:nvPr/>
          </p:nvSpPr>
          <p:spPr>
            <a:xfrm rot="10800000">
              <a:off x="8639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F143AFE4-6DB0-4D97-83E3-3EF7461832B3}"/>
                </a:ext>
              </a:extLst>
            </p:cNvPr>
            <p:cNvSpPr/>
            <p:nvPr/>
          </p:nvSpPr>
          <p:spPr>
            <a:xfrm rot="10800000">
              <a:off x="9143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521EA52C-CFC0-4725-822C-9EE7750BD819}"/>
                </a:ext>
              </a:extLst>
            </p:cNvPr>
            <p:cNvSpPr/>
            <p:nvPr/>
          </p:nvSpPr>
          <p:spPr>
            <a:xfrm rot="10800000">
              <a:off x="9647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22B0F7E1-F956-422F-B6F6-F7199ED2C255}"/>
                </a:ext>
              </a:extLst>
            </p:cNvPr>
            <p:cNvSpPr/>
            <p:nvPr/>
          </p:nvSpPr>
          <p:spPr>
            <a:xfrm rot="10800000">
              <a:off x="10151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4325B036-2731-44A0-955D-AA90A6F0640D}"/>
                </a:ext>
              </a:extLst>
            </p:cNvPr>
            <p:cNvSpPr/>
            <p:nvPr/>
          </p:nvSpPr>
          <p:spPr>
            <a:xfrm rot="10800000">
              <a:off x="10655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E14B693B-A443-4274-90AB-AC1742F5EC5A}"/>
                </a:ext>
              </a:extLst>
            </p:cNvPr>
            <p:cNvSpPr/>
            <p:nvPr/>
          </p:nvSpPr>
          <p:spPr>
            <a:xfrm rot="10800000">
              <a:off x="11159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F4648214-6305-482F-B8C3-001BC54AE4B9}"/>
                </a:ext>
              </a:extLst>
            </p:cNvPr>
            <p:cNvSpPr/>
            <p:nvPr/>
          </p:nvSpPr>
          <p:spPr>
            <a:xfrm rot="10800000">
              <a:off x="11664000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163" name="Oval 162">
            <a:extLst>
              <a:ext uri="{FF2B5EF4-FFF2-40B4-BE49-F238E27FC236}">
                <a16:creationId xmlns:a16="http://schemas.microsoft.com/office/drawing/2014/main" id="{189BFA86-AF67-482B-A0F5-E6D73DE0354B}"/>
              </a:ext>
            </a:extLst>
          </p:cNvPr>
          <p:cNvSpPr/>
          <p:nvPr/>
        </p:nvSpPr>
        <p:spPr>
          <a:xfrm>
            <a:off x="2267999" y="100800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F1A04DAB-DFD7-476C-AB31-02C3111450E9}"/>
              </a:ext>
            </a:extLst>
          </p:cNvPr>
          <p:cNvSpPr/>
          <p:nvPr/>
        </p:nvSpPr>
        <p:spPr>
          <a:xfrm>
            <a:off x="3275999" y="100800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CB550D85-9AE7-4306-93D7-7C80E426FD21}"/>
              </a:ext>
            </a:extLst>
          </p:cNvPr>
          <p:cNvSpPr/>
          <p:nvPr/>
        </p:nvSpPr>
        <p:spPr>
          <a:xfrm>
            <a:off x="4283999" y="100800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FEF4DFBC-D5CB-4143-AFB5-B198D97CFCB6}"/>
              </a:ext>
            </a:extLst>
          </p:cNvPr>
          <p:cNvSpPr/>
          <p:nvPr/>
        </p:nvSpPr>
        <p:spPr>
          <a:xfrm>
            <a:off x="5795999" y="136800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5B983CBA-62EA-4810-88E3-2C30E9D7B878}"/>
              </a:ext>
            </a:extLst>
          </p:cNvPr>
          <p:cNvSpPr/>
          <p:nvPr/>
        </p:nvSpPr>
        <p:spPr>
          <a:xfrm>
            <a:off x="5795999" y="64800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C0EBF844-F59C-47A1-A422-727AD0FE0BA7}"/>
              </a:ext>
            </a:extLst>
          </p:cNvPr>
          <p:cNvSpPr/>
          <p:nvPr/>
        </p:nvSpPr>
        <p:spPr>
          <a:xfrm>
            <a:off x="7306799" y="100800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33368F5F-A65D-4812-8CF9-E1CE6E416BF5}"/>
              </a:ext>
            </a:extLst>
          </p:cNvPr>
          <p:cNvSpPr/>
          <p:nvPr/>
        </p:nvSpPr>
        <p:spPr>
          <a:xfrm>
            <a:off x="8314799" y="100800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1FCED755-FB93-4E53-BF10-ED21C12362F7}"/>
              </a:ext>
            </a:extLst>
          </p:cNvPr>
          <p:cNvSpPr/>
          <p:nvPr/>
        </p:nvSpPr>
        <p:spPr>
          <a:xfrm>
            <a:off x="9322799" y="100800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3831BC25-7BD4-46D5-9382-4DAFC7FF5A9D}"/>
              </a:ext>
            </a:extLst>
          </p:cNvPr>
          <p:cNvSpPr/>
          <p:nvPr/>
        </p:nvSpPr>
        <p:spPr>
          <a:xfrm>
            <a:off x="10332000" y="100800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37D3F224-ADFD-455B-A1FE-718ED0972C42}"/>
              </a:ext>
            </a:extLst>
          </p:cNvPr>
          <p:cNvSpPr/>
          <p:nvPr/>
        </p:nvSpPr>
        <p:spPr>
          <a:xfrm>
            <a:off x="11844000" y="136800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F01DCCB4-9032-4E95-ABAA-08DFB121FECC}"/>
              </a:ext>
            </a:extLst>
          </p:cNvPr>
          <p:cNvSpPr/>
          <p:nvPr/>
        </p:nvSpPr>
        <p:spPr>
          <a:xfrm>
            <a:off x="11844000" y="64800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ECD5656-4D46-48CC-8889-4778556C3392}"/>
              </a:ext>
            </a:extLst>
          </p:cNvPr>
          <p:cNvGrpSpPr/>
          <p:nvPr/>
        </p:nvGrpSpPr>
        <p:grpSpPr>
          <a:xfrm>
            <a:off x="77999" y="1836000"/>
            <a:ext cx="12096000" cy="288000"/>
            <a:chOff x="77999" y="1836000"/>
            <a:chExt cx="12096000" cy="28800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7ED6925-9906-427B-83D9-C4ECCDFFE4F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7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</a:t>
              </a:r>
            </a:p>
          </p:txBody>
        </p: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18B7B1E0-C2D3-4312-8B40-BA7992CC00D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81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</a:t>
              </a:r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77BFEA27-55E3-4CB2-AEF8-D35546FAD14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085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3</a:t>
              </a:r>
            </a:p>
          </p:txBody>
        </p: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006E41EC-B8CD-4258-9B95-A58DEA37201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89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4</a:t>
              </a:r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6B5BACFA-B607-4FFF-96FA-BF87C3EC6C6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2093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5</a:t>
              </a:r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DCD4E395-CC8F-4710-9713-1BC3AF49A44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2597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6</a:t>
              </a: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8FBC86C2-5A51-44F7-92D7-92B638870A5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3101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7</a:t>
              </a:r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F731D60C-16C3-4FB9-941D-7B47B4D1FA1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3605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8</a:t>
              </a:r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F8A9BB40-AF9B-4B5B-BD38-DEC64778981F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109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9</a:t>
              </a:r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506B9FCE-D2B0-44A3-902C-33367991B98F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613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10</a:t>
              </a:r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24BBE460-6003-4589-9884-79F70AF1720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17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11</a:t>
              </a:r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FAA5DB7E-D01E-4F30-A0D1-FD2D759531D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621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12</a:t>
              </a:r>
            </a:p>
          </p:txBody>
        </p: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2233A563-E330-4D42-AA94-E763A4F2C01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6125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13</a:t>
              </a:r>
            </a:p>
          </p:txBody>
        </p: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D99157CC-F7E9-44C2-8805-9845CB6CBCD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6629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14</a:t>
              </a: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0C2FAC95-E1C5-4BAA-81BB-A3013E1DF42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637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16</a:t>
              </a:r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E10B7474-5FBE-49D2-93CD-9FCDD435434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41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17</a:t>
              </a:r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83A24A0B-D8E6-4918-9C1F-B11899559754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645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18</a:t>
              </a:r>
            </a:p>
          </p:txBody>
        </p: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7DD7F26A-0ECD-468D-9122-930E24F0443F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149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19</a:t>
              </a:r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01D875A9-B92B-4BCF-B2D7-8EBCBF1AD51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653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20</a:t>
              </a:r>
            </a:p>
          </p:txBody>
        </p: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C81780BD-B751-4896-9A95-A154D1945E74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0157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21</a:t>
              </a:r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30FAEBBE-B679-4FEE-A3DD-C4CB2B5D8E6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0661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22</a:t>
              </a:r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3EF48222-D40A-4531-A5E4-59AA73F7B11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1165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23</a:t>
              </a:r>
            </a:p>
          </p:txBody>
        </p: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6B490730-1D39-4252-BFB7-3B43BFD67C1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1669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24</a:t>
              </a:r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44C7ADA4-3A80-4AE2-96C2-F5BF618C487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133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15</a:t>
              </a:r>
            </a:p>
          </p:txBody>
        </p:sp>
      </p:grpSp>
      <p:sp>
        <p:nvSpPr>
          <p:cNvPr id="194" name="Rectangle 193">
            <a:extLst>
              <a:ext uri="{FF2B5EF4-FFF2-40B4-BE49-F238E27FC236}">
                <a16:creationId xmlns:a16="http://schemas.microsoft.com/office/drawing/2014/main" id="{10748156-A9DA-4A4C-A13D-5DCA002AAC37}"/>
              </a:ext>
            </a:extLst>
          </p:cNvPr>
          <p:cNvSpPr/>
          <p:nvPr/>
        </p:nvSpPr>
        <p:spPr>
          <a:xfrm>
            <a:off x="-1" y="540000"/>
            <a:ext cx="12168000" cy="36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09F754F2-42FD-43BB-AFAB-D72E0B149F45}"/>
              </a:ext>
            </a:extLst>
          </p:cNvPr>
          <p:cNvSpPr/>
          <p:nvPr/>
        </p:nvSpPr>
        <p:spPr>
          <a:xfrm>
            <a:off x="-1" y="900000"/>
            <a:ext cx="12168000" cy="36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6677D9AA-6831-464B-9A6B-FCD6ADDF286C}"/>
              </a:ext>
            </a:extLst>
          </p:cNvPr>
          <p:cNvSpPr/>
          <p:nvPr/>
        </p:nvSpPr>
        <p:spPr>
          <a:xfrm>
            <a:off x="-1" y="1260000"/>
            <a:ext cx="12168000" cy="36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89BC597E-2E9D-434E-9095-3EC20702DADF}"/>
              </a:ext>
            </a:extLst>
          </p:cNvPr>
          <p:cNvSpPr/>
          <p:nvPr/>
        </p:nvSpPr>
        <p:spPr>
          <a:xfrm>
            <a:off x="-1" y="1620000"/>
            <a:ext cx="12168000" cy="36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63483756-D4DB-425A-B552-DC7357BF4DED}"/>
              </a:ext>
            </a:extLst>
          </p:cNvPr>
          <p:cNvGrpSpPr/>
          <p:nvPr/>
        </p:nvGrpSpPr>
        <p:grpSpPr>
          <a:xfrm>
            <a:off x="0" y="2520000"/>
            <a:ext cx="12168000" cy="1836000"/>
            <a:chOff x="-1" y="360000"/>
            <a:chExt cx="12168000" cy="1476000"/>
          </a:xfrm>
        </p:grpSpPr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91FF12B8-57A0-4387-8BDA-A2258CA60D74}"/>
                </a:ext>
              </a:extLst>
            </p:cNvPr>
            <p:cNvSpPr/>
            <p:nvPr/>
          </p:nvSpPr>
          <p:spPr>
            <a:xfrm>
              <a:off x="107999" y="360000"/>
              <a:ext cx="12060000" cy="1476000"/>
            </a:xfrm>
            <a:prstGeom prst="rect">
              <a:avLst/>
            </a:prstGeom>
            <a:gradFill>
              <a:gsLst>
                <a:gs pos="70000">
                  <a:srgbClr val="A19377"/>
                </a:gs>
                <a:gs pos="30000">
                  <a:srgbClr val="A19377"/>
                </a:gs>
                <a:gs pos="0">
                  <a:srgbClr val="8D7E61"/>
                </a:gs>
                <a:gs pos="100000">
                  <a:srgbClr val="8D7E61"/>
                </a:gs>
              </a:gsLst>
              <a:lin ang="5400000" scaled="1"/>
            </a:gradFill>
            <a:ln>
              <a:solidFill>
                <a:srgbClr val="8D7E6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832A80AE-D565-4F35-B1FD-C46C328B83BC}"/>
                </a:ext>
              </a:extLst>
            </p:cNvPr>
            <p:cNvSpPr/>
            <p:nvPr/>
          </p:nvSpPr>
          <p:spPr>
            <a:xfrm rot="10800000">
              <a:off x="575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90A60D40-AF58-4286-847B-3A10F769DB66}"/>
                </a:ext>
              </a:extLst>
            </p:cNvPr>
            <p:cNvSpPr/>
            <p:nvPr/>
          </p:nvSpPr>
          <p:spPr>
            <a:xfrm rot="10800000">
              <a:off x="-1" y="360000"/>
              <a:ext cx="108000" cy="1476000"/>
            </a:xfrm>
            <a:prstGeom prst="rect">
              <a:avLst/>
            </a:prstGeom>
            <a:gradFill flip="none" rotWithShape="1">
              <a:gsLst>
                <a:gs pos="48000">
                  <a:schemeClr val="bg1"/>
                </a:gs>
                <a:gs pos="69000">
                  <a:schemeClr val="bg1">
                    <a:lumMod val="65000"/>
                  </a:schemeClr>
                </a:gs>
              </a:gsLst>
              <a:lin ang="10800000" scaled="0"/>
              <a:tileRect/>
            </a:gradFill>
            <a:ln>
              <a:solidFill>
                <a:srgbClr val="8D7E6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1BDBF392-1DB8-4EB2-BB60-C7A7D7780CB6}"/>
                </a:ext>
              </a:extLst>
            </p:cNvPr>
            <p:cNvSpPr/>
            <p:nvPr/>
          </p:nvSpPr>
          <p:spPr>
            <a:xfrm rot="10800000">
              <a:off x="1079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C7C6FFF3-D54B-4444-87B0-35FBFAB9CE85}"/>
                </a:ext>
              </a:extLst>
            </p:cNvPr>
            <p:cNvSpPr/>
            <p:nvPr/>
          </p:nvSpPr>
          <p:spPr>
            <a:xfrm rot="10800000">
              <a:off x="1583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7953B9A5-89C4-401D-8CD8-DA782275627D}"/>
                </a:ext>
              </a:extLst>
            </p:cNvPr>
            <p:cNvSpPr/>
            <p:nvPr/>
          </p:nvSpPr>
          <p:spPr>
            <a:xfrm rot="10800000">
              <a:off x="2087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120FAC5C-91FC-4EDA-B0E2-7637F47A1A1F}"/>
                </a:ext>
              </a:extLst>
            </p:cNvPr>
            <p:cNvSpPr/>
            <p:nvPr/>
          </p:nvSpPr>
          <p:spPr>
            <a:xfrm rot="10800000">
              <a:off x="2591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D5A078C6-88C1-4279-9D48-81F401D51875}"/>
                </a:ext>
              </a:extLst>
            </p:cNvPr>
            <p:cNvSpPr/>
            <p:nvPr/>
          </p:nvSpPr>
          <p:spPr>
            <a:xfrm rot="10800000">
              <a:off x="3095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97091664-0A2A-42CB-8F05-9C7B4C5E408E}"/>
                </a:ext>
              </a:extLst>
            </p:cNvPr>
            <p:cNvSpPr/>
            <p:nvPr/>
          </p:nvSpPr>
          <p:spPr>
            <a:xfrm rot="10800000">
              <a:off x="3599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A04E761A-4A02-41BA-9EE9-FF2197CE8949}"/>
                </a:ext>
              </a:extLst>
            </p:cNvPr>
            <p:cNvSpPr/>
            <p:nvPr/>
          </p:nvSpPr>
          <p:spPr>
            <a:xfrm rot="10800000">
              <a:off x="4103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7AAA3286-448F-4A7C-B369-396E6903C1FC}"/>
                </a:ext>
              </a:extLst>
            </p:cNvPr>
            <p:cNvSpPr/>
            <p:nvPr/>
          </p:nvSpPr>
          <p:spPr>
            <a:xfrm rot="10800000">
              <a:off x="4607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1B778EC0-C066-44B0-B544-F4349720E0A6}"/>
                </a:ext>
              </a:extLst>
            </p:cNvPr>
            <p:cNvSpPr/>
            <p:nvPr/>
          </p:nvSpPr>
          <p:spPr>
            <a:xfrm rot="10800000">
              <a:off x="5111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23D39E05-BBB5-452B-9919-3D9F2712515E}"/>
                </a:ext>
              </a:extLst>
            </p:cNvPr>
            <p:cNvSpPr/>
            <p:nvPr/>
          </p:nvSpPr>
          <p:spPr>
            <a:xfrm rot="10800000">
              <a:off x="5615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9" name="Rectangle 238">
              <a:extLst>
                <a:ext uri="{FF2B5EF4-FFF2-40B4-BE49-F238E27FC236}">
                  <a16:creationId xmlns:a16="http://schemas.microsoft.com/office/drawing/2014/main" id="{DC1C1FC9-C536-41EA-80FE-6721153238E2}"/>
                </a:ext>
              </a:extLst>
            </p:cNvPr>
            <p:cNvSpPr/>
            <p:nvPr/>
          </p:nvSpPr>
          <p:spPr>
            <a:xfrm rot="10800000">
              <a:off x="6119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8A15CD27-B069-4FC7-A09D-53F816D47B18}"/>
                </a:ext>
              </a:extLst>
            </p:cNvPr>
            <p:cNvSpPr/>
            <p:nvPr/>
          </p:nvSpPr>
          <p:spPr>
            <a:xfrm rot="10800000">
              <a:off x="6623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1" name="Rectangle 240">
              <a:extLst>
                <a:ext uri="{FF2B5EF4-FFF2-40B4-BE49-F238E27FC236}">
                  <a16:creationId xmlns:a16="http://schemas.microsoft.com/office/drawing/2014/main" id="{CB4E0C3C-7B77-4DF8-903A-98FC5924B9D0}"/>
                </a:ext>
              </a:extLst>
            </p:cNvPr>
            <p:cNvSpPr/>
            <p:nvPr/>
          </p:nvSpPr>
          <p:spPr>
            <a:xfrm rot="10800000">
              <a:off x="7127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2" name="Rectangle 241">
              <a:extLst>
                <a:ext uri="{FF2B5EF4-FFF2-40B4-BE49-F238E27FC236}">
                  <a16:creationId xmlns:a16="http://schemas.microsoft.com/office/drawing/2014/main" id="{EB31080B-44FA-4A76-8E8C-9232B81C5087}"/>
                </a:ext>
              </a:extLst>
            </p:cNvPr>
            <p:cNvSpPr/>
            <p:nvPr/>
          </p:nvSpPr>
          <p:spPr>
            <a:xfrm rot="10800000">
              <a:off x="7631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01E35C49-FAC2-46F2-94C7-DFA296BA1C1D}"/>
                </a:ext>
              </a:extLst>
            </p:cNvPr>
            <p:cNvSpPr/>
            <p:nvPr/>
          </p:nvSpPr>
          <p:spPr>
            <a:xfrm rot="10800000">
              <a:off x="8135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BD2538C6-2BC9-4633-85B8-2BCE5547C842}"/>
                </a:ext>
              </a:extLst>
            </p:cNvPr>
            <p:cNvSpPr/>
            <p:nvPr/>
          </p:nvSpPr>
          <p:spPr>
            <a:xfrm rot="10800000">
              <a:off x="8639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5" name="Rectangle 244">
              <a:extLst>
                <a:ext uri="{FF2B5EF4-FFF2-40B4-BE49-F238E27FC236}">
                  <a16:creationId xmlns:a16="http://schemas.microsoft.com/office/drawing/2014/main" id="{5D69E04E-5968-49C4-B4D4-21AB418C44C0}"/>
                </a:ext>
              </a:extLst>
            </p:cNvPr>
            <p:cNvSpPr/>
            <p:nvPr/>
          </p:nvSpPr>
          <p:spPr>
            <a:xfrm rot="10800000">
              <a:off x="9143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6" name="Rectangle 245">
              <a:extLst>
                <a:ext uri="{FF2B5EF4-FFF2-40B4-BE49-F238E27FC236}">
                  <a16:creationId xmlns:a16="http://schemas.microsoft.com/office/drawing/2014/main" id="{DC6ECC14-DA4B-4F0F-94DE-0A49A49E4D27}"/>
                </a:ext>
              </a:extLst>
            </p:cNvPr>
            <p:cNvSpPr/>
            <p:nvPr/>
          </p:nvSpPr>
          <p:spPr>
            <a:xfrm rot="10800000">
              <a:off x="9647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7" name="Rectangle 246">
              <a:extLst>
                <a:ext uri="{FF2B5EF4-FFF2-40B4-BE49-F238E27FC236}">
                  <a16:creationId xmlns:a16="http://schemas.microsoft.com/office/drawing/2014/main" id="{21A1D35F-9B97-48C9-8C42-17E817488151}"/>
                </a:ext>
              </a:extLst>
            </p:cNvPr>
            <p:cNvSpPr/>
            <p:nvPr/>
          </p:nvSpPr>
          <p:spPr>
            <a:xfrm rot="10800000">
              <a:off x="10151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8" name="Rectangle 247">
              <a:extLst>
                <a:ext uri="{FF2B5EF4-FFF2-40B4-BE49-F238E27FC236}">
                  <a16:creationId xmlns:a16="http://schemas.microsoft.com/office/drawing/2014/main" id="{61578D21-C2CA-493A-B3D6-ECD7FDB2A71B}"/>
                </a:ext>
              </a:extLst>
            </p:cNvPr>
            <p:cNvSpPr/>
            <p:nvPr/>
          </p:nvSpPr>
          <p:spPr>
            <a:xfrm rot="10800000">
              <a:off x="10655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9" name="Rectangle 248">
              <a:extLst>
                <a:ext uri="{FF2B5EF4-FFF2-40B4-BE49-F238E27FC236}">
                  <a16:creationId xmlns:a16="http://schemas.microsoft.com/office/drawing/2014/main" id="{5CF81BB8-78A3-4CED-B93C-9C21B0D22B75}"/>
                </a:ext>
              </a:extLst>
            </p:cNvPr>
            <p:cNvSpPr/>
            <p:nvPr/>
          </p:nvSpPr>
          <p:spPr>
            <a:xfrm rot="10800000">
              <a:off x="11159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50" name="Rectangle 249">
              <a:extLst>
                <a:ext uri="{FF2B5EF4-FFF2-40B4-BE49-F238E27FC236}">
                  <a16:creationId xmlns:a16="http://schemas.microsoft.com/office/drawing/2014/main" id="{231E3B8F-9BB7-4588-B2DC-FAE1E7A6224D}"/>
                </a:ext>
              </a:extLst>
            </p:cNvPr>
            <p:cNvSpPr/>
            <p:nvPr/>
          </p:nvSpPr>
          <p:spPr>
            <a:xfrm rot="10800000">
              <a:off x="11664000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251" name="Oval 250">
            <a:extLst>
              <a:ext uri="{FF2B5EF4-FFF2-40B4-BE49-F238E27FC236}">
                <a16:creationId xmlns:a16="http://schemas.microsoft.com/office/drawing/2014/main" id="{0A8386E0-3FDB-47D8-B900-832B0870CC62}"/>
              </a:ext>
            </a:extLst>
          </p:cNvPr>
          <p:cNvSpPr/>
          <p:nvPr/>
        </p:nvSpPr>
        <p:spPr>
          <a:xfrm>
            <a:off x="2268000" y="334800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2" name="Oval 251">
            <a:extLst>
              <a:ext uri="{FF2B5EF4-FFF2-40B4-BE49-F238E27FC236}">
                <a16:creationId xmlns:a16="http://schemas.microsoft.com/office/drawing/2014/main" id="{8A6CC83F-F0FB-4045-9516-26639C27066F}"/>
              </a:ext>
            </a:extLst>
          </p:cNvPr>
          <p:cNvSpPr/>
          <p:nvPr/>
        </p:nvSpPr>
        <p:spPr>
          <a:xfrm>
            <a:off x="3276000" y="334800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3" name="Oval 252">
            <a:extLst>
              <a:ext uri="{FF2B5EF4-FFF2-40B4-BE49-F238E27FC236}">
                <a16:creationId xmlns:a16="http://schemas.microsoft.com/office/drawing/2014/main" id="{DB9F9962-3F6C-4228-AD6B-6D58B13C64DC}"/>
              </a:ext>
            </a:extLst>
          </p:cNvPr>
          <p:cNvSpPr/>
          <p:nvPr/>
        </p:nvSpPr>
        <p:spPr>
          <a:xfrm>
            <a:off x="4284000" y="334800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4" name="Oval 253">
            <a:extLst>
              <a:ext uri="{FF2B5EF4-FFF2-40B4-BE49-F238E27FC236}">
                <a16:creationId xmlns:a16="http://schemas.microsoft.com/office/drawing/2014/main" id="{2E94159D-7AC4-4688-B8D8-56757ADE70C7}"/>
              </a:ext>
            </a:extLst>
          </p:cNvPr>
          <p:cNvSpPr/>
          <p:nvPr/>
        </p:nvSpPr>
        <p:spPr>
          <a:xfrm>
            <a:off x="5796000" y="381600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5" name="Oval 254">
            <a:extLst>
              <a:ext uri="{FF2B5EF4-FFF2-40B4-BE49-F238E27FC236}">
                <a16:creationId xmlns:a16="http://schemas.microsoft.com/office/drawing/2014/main" id="{479ECDA2-1630-400C-9ADB-523D14C2A547}"/>
              </a:ext>
            </a:extLst>
          </p:cNvPr>
          <p:cNvSpPr/>
          <p:nvPr/>
        </p:nvSpPr>
        <p:spPr>
          <a:xfrm>
            <a:off x="5796000" y="288000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6" name="Oval 255">
            <a:extLst>
              <a:ext uri="{FF2B5EF4-FFF2-40B4-BE49-F238E27FC236}">
                <a16:creationId xmlns:a16="http://schemas.microsoft.com/office/drawing/2014/main" id="{46FA481B-1FB4-49FF-B896-5028AAD02C0A}"/>
              </a:ext>
            </a:extLst>
          </p:cNvPr>
          <p:cNvSpPr/>
          <p:nvPr/>
        </p:nvSpPr>
        <p:spPr>
          <a:xfrm>
            <a:off x="7306800" y="334800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7" name="Oval 256">
            <a:extLst>
              <a:ext uri="{FF2B5EF4-FFF2-40B4-BE49-F238E27FC236}">
                <a16:creationId xmlns:a16="http://schemas.microsoft.com/office/drawing/2014/main" id="{5DF32BAF-401D-449A-B963-B5251AFCC1BE}"/>
              </a:ext>
            </a:extLst>
          </p:cNvPr>
          <p:cNvSpPr/>
          <p:nvPr/>
        </p:nvSpPr>
        <p:spPr>
          <a:xfrm>
            <a:off x="8314800" y="334800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8" name="Oval 257">
            <a:extLst>
              <a:ext uri="{FF2B5EF4-FFF2-40B4-BE49-F238E27FC236}">
                <a16:creationId xmlns:a16="http://schemas.microsoft.com/office/drawing/2014/main" id="{885D64E0-99A6-4090-B368-E608062B3C49}"/>
              </a:ext>
            </a:extLst>
          </p:cNvPr>
          <p:cNvSpPr/>
          <p:nvPr/>
        </p:nvSpPr>
        <p:spPr>
          <a:xfrm>
            <a:off x="9322800" y="334800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9" name="Oval 258">
            <a:extLst>
              <a:ext uri="{FF2B5EF4-FFF2-40B4-BE49-F238E27FC236}">
                <a16:creationId xmlns:a16="http://schemas.microsoft.com/office/drawing/2014/main" id="{3B4C422F-A51B-44F6-9212-879FBEA18F48}"/>
              </a:ext>
            </a:extLst>
          </p:cNvPr>
          <p:cNvSpPr/>
          <p:nvPr/>
        </p:nvSpPr>
        <p:spPr>
          <a:xfrm>
            <a:off x="10332001" y="334800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986C9586-9402-4021-9B02-E45A31E3DB01}"/>
              </a:ext>
            </a:extLst>
          </p:cNvPr>
          <p:cNvSpPr/>
          <p:nvPr/>
        </p:nvSpPr>
        <p:spPr>
          <a:xfrm>
            <a:off x="11844001" y="381600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1" name="Oval 260">
            <a:extLst>
              <a:ext uri="{FF2B5EF4-FFF2-40B4-BE49-F238E27FC236}">
                <a16:creationId xmlns:a16="http://schemas.microsoft.com/office/drawing/2014/main" id="{89A4BBF1-F8EF-4DB7-B36A-3DD06C40B7A5}"/>
              </a:ext>
            </a:extLst>
          </p:cNvPr>
          <p:cNvSpPr/>
          <p:nvPr/>
        </p:nvSpPr>
        <p:spPr>
          <a:xfrm>
            <a:off x="11844001" y="288000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79274913-5608-498E-9DD2-01E0AF05820A}"/>
              </a:ext>
            </a:extLst>
          </p:cNvPr>
          <p:cNvGrpSpPr/>
          <p:nvPr/>
        </p:nvGrpSpPr>
        <p:grpSpPr>
          <a:xfrm>
            <a:off x="78000" y="4356000"/>
            <a:ext cx="12096000" cy="288000"/>
            <a:chOff x="77999" y="1836000"/>
            <a:chExt cx="12096000" cy="288000"/>
          </a:xfrm>
        </p:grpSpPr>
        <p:sp>
          <p:nvSpPr>
            <p:cNvPr id="263" name="TextBox 262">
              <a:extLst>
                <a:ext uri="{FF2B5EF4-FFF2-40B4-BE49-F238E27FC236}">
                  <a16:creationId xmlns:a16="http://schemas.microsoft.com/office/drawing/2014/main" id="{D6F366D8-7F0B-4DCD-924E-C93C97C1E6B4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7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</a:t>
              </a:r>
            </a:p>
          </p:txBody>
        </p:sp>
        <p:sp>
          <p:nvSpPr>
            <p:cNvPr id="264" name="TextBox 263">
              <a:extLst>
                <a:ext uri="{FF2B5EF4-FFF2-40B4-BE49-F238E27FC236}">
                  <a16:creationId xmlns:a16="http://schemas.microsoft.com/office/drawing/2014/main" id="{823BDAF8-F5DE-4513-AFFC-D5AB33F06AB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81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</a:t>
              </a:r>
            </a:p>
          </p:txBody>
        </p:sp>
        <p:sp>
          <p:nvSpPr>
            <p:cNvPr id="265" name="TextBox 264">
              <a:extLst>
                <a:ext uri="{FF2B5EF4-FFF2-40B4-BE49-F238E27FC236}">
                  <a16:creationId xmlns:a16="http://schemas.microsoft.com/office/drawing/2014/main" id="{80D811F7-0469-448F-9F05-28E6950EBDE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085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3</a:t>
              </a:r>
            </a:p>
          </p:txBody>
        </p:sp>
        <p:sp>
          <p:nvSpPr>
            <p:cNvPr id="266" name="TextBox 265">
              <a:extLst>
                <a:ext uri="{FF2B5EF4-FFF2-40B4-BE49-F238E27FC236}">
                  <a16:creationId xmlns:a16="http://schemas.microsoft.com/office/drawing/2014/main" id="{DB182DC3-C55B-46FF-A143-B24BC103F4B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89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4</a:t>
              </a:r>
            </a:p>
          </p:txBody>
        </p:sp>
        <p:sp>
          <p:nvSpPr>
            <p:cNvPr id="267" name="TextBox 266">
              <a:extLst>
                <a:ext uri="{FF2B5EF4-FFF2-40B4-BE49-F238E27FC236}">
                  <a16:creationId xmlns:a16="http://schemas.microsoft.com/office/drawing/2014/main" id="{C3E6F45E-3EC7-4D7D-BBF7-AFAC5259D1D4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2093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5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DB90CC52-2C93-40E9-AA8A-A956118287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2597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6</a:t>
              </a: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96729AD7-A1B8-4894-A3E0-483B26E34C8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3101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7</a:t>
              </a:r>
            </a:p>
          </p:txBody>
        </p: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E255A506-FC88-4D00-8651-91E9014727F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3605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8</a:t>
              </a:r>
            </a:p>
          </p:txBody>
        </p:sp>
        <p:sp>
          <p:nvSpPr>
            <p:cNvPr id="271" name="TextBox 270">
              <a:extLst>
                <a:ext uri="{FF2B5EF4-FFF2-40B4-BE49-F238E27FC236}">
                  <a16:creationId xmlns:a16="http://schemas.microsoft.com/office/drawing/2014/main" id="{31C0A7DE-884D-4615-8071-DE489EA227FF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109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9</a:t>
              </a:r>
            </a:p>
          </p:txBody>
        </p:sp>
        <p:sp>
          <p:nvSpPr>
            <p:cNvPr id="272" name="TextBox 271">
              <a:extLst>
                <a:ext uri="{FF2B5EF4-FFF2-40B4-BE49-F238E27FC236}">
                  <a16:creationId xmlns:a16="http://schemas.microsoft.com/office/drawing/2014/main" id="{8ED747AE-F961-41DB-84CB-2D0F15456744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613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10</a:t>
              </a:r>
            </a:p>
          </p:txBody>
        </p:sp>
        <p:sp>
          <p:nvSpPr>
            <p:cNvPr id="273" name="TextBox 272">
              <a:extLst>
                <a:ext uri="{FF2B5EF4-FFF2-40B4-BE49-F238E27FC236}">
                  <a16:creationId xmlns:a16="http://schemas.microsoft.com/office/drawing/2014/main" id="{43160A91-8D48-4F5B-AE63-EB5C8F82E1A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17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11</a:t>
              </a:r>
            </a:p>
          </p:txBody>
        </p:sp>
        <p:sp>
          <p:nvSpPr>
            <p:cNvPr id="274" name="TextBox 273">
              <a:extLst>
                <a:ext uri="{FF2B5EF4-FFF2-40B4-BE49-F238E27FC236}">
                  <a16:creationId xmlns:a16="http://schemas.microsoft.com/office/drawing/2014/main" id="{8FE23345-4476-4522-8616-6845B8E68F1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621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12</a:t>
              </a:r>
            </a:p>
          </p:txBody>
        </p:sp>
        <p:sp>
          <p:nvSpPr>
            <p:cNvPr id="275" name="TextBox 274">
              <a:extLst>
                <a:ext uri="{FF2B5EF4-FFF2-40B4-BE49-F238E27FC236}">
                  <a16:creationId xmlns:a16="http://schemas.microsoft.com/office/drawing/2014/main" id="{A39E6AE8-A896-4453-A406-F9AEAA11950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6125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13</a:t>
              </a: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89444422-DD15-480F-B919-CEA3B4D4A0B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6629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14</a:t>
              </a:r>
            </a:p>
          </p:txBody>
        </p:sp>
        <p:sp>
          <p:nvSpPr>
            <p:cNvPr id="277" name="TextBox 276">
              <a:extLst>
                <a:ext uri="{FF2B5EF4-FFF2-40B4-BE49-F238E27FC236}">
                  <a16:creationId xmlns:a16="http://schemas.microsoft.com/office/drawing/2014/main" id="{FF3D1BD2-2CBF-44C9-9463-7DA84E0BB57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637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16</a:t>
              </a:r>
            </a:p>
          </p:txBody>
        </p:sp>
        <p:sp>
          <p:nvSpPr>
            <p:cNvPr id="278" name="TextBox 277">
              <a:extLst>
                <a:ext uri="{FF2B5EF4-FFF2-40B4-BE49-F238E27FC236}">
                  <a16:creationId xmlns:a16="http://schemas.microsoft.com/office/drawing/2014/main" id="{D390F57D-827B-4D1B-A769-3A7B3CCD794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41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17</a:t>
              </a:r>
            </a:p>
          </p:txBody>
        </p:sp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10AACA3A-32C6-4093-8A93-92D2C4F06A3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645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18</a:t>
              </a:r>
            </a:p>
          </p:txBody>
        </p:sp>
        <p:sp>
          <p:nvSpPr>
            <p:cNvPr id="280" name="TextBox 279">
              <a:extLst>
                <a:ext uri="{FF2B5EF4-FFF2-40B4-BE49-F238E27FC236}">
                  <a16:creationId xmlns:a16="http://schemas.microsoft.com/office/drawing/2014/main" id="{C7863A2C-A9A8-4C8F-9830-B338651F728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149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19</a:t>
              </a:r>
            </a:p>
          </p:txBody>
        </p:sp>
        <p:sp>
          <p:nvSpPr>
            <p:cNvPr id="281" name="TextBox 280">
              <a:extLst>
                <a:ext uri="{FF2B5EF4-FFF2-40B4-BE49-F238E27FC236}">
                  <a16:creationId xmlns:a16="http://schemas.microsoft.com/office/drawing/2014/main" id="{FDE7DC5E-B12B-4CDA-A813-7D149EB24B49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653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20</a:t>
              </a:r>
            </a:p>
          </p:txBody>
        </p:sp>
        <p:sp>
          <p:nvSpPr>
            <p:cNvPr id="282" name="TextBox 281">
              <a:extLst>
                <a:ext uri="{FF2B5EF4-FFF2-40B4-BE49-F238E27FC236}">
                  <a16:creationId xmlns:a16="http://schemas.microsoft.com/office/drawing/2014/main" id="{7ACE8827-217A-4E41-8A11-C51AE08861D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0157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21</a:t>
              </a:r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6C47ED17-D1EE-4BBA-B5E1-38BFBBB5AFE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0661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22</a:t>
              </a:r>
            </a:p>
          </p:txBody>
        </p:sp>
        <p:sp>
          <p:nvSpPr>
            <p:cNvPr id="284" name="TextBox 283">
              <a:extLst>
                <a:ext uri="{FF2B5EF4-FFF2-40B4-BE49-F238E27FC236}">
                  <a16:creationId xmlns:a16="http://schemas.microsoft.com/office/drawing/2014/main" id="{729854A1-AEBF-4D26-9FBD-F7442B86BA7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1165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23</a:t>
              </a:r>
            </a:p>
          </p:txBody>
        </p:sp>
        <p:sp>
          <p:nvSpPr>
            <p:cNvPr id="285" name="TextBox 284">
              <a:extLst>
                <a:ext uri="{FF2B5EF4-FFF2-40B4-BE49-F238E27FC236}">
                  <a16:creationId xmlns:a16="http://schemas.microsoft.com/office/drawing/2014/main" id="{E0E8ED41-C373-4695-89C4-68E7EC06CA4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1669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24</a:t>
              </a:r>
            </a:p>
          </p:txBody>
        </p:sp>
        <p:sp>
          <p:nvSpPr>
            <p:cNvPr id="286" name="TextBox 285">
              <a:extLst>
                <a:ext uri="{FF2B5EF4-FFF2-40B4-BE49-F238E27FC236}">
                  <a16:creationId xmlns:a16="http://schemas.microsoft.com/office/drawing/2014/main" id="{DBD31317-C3DF-412F-A273-2A90802F62C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133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15</a:t>
              </a:r>
            </a:p>
          </p:txBody>
        </p:sp>
      </p:grpSp>
      <p:sp>
        <p:nvSpPr>
          <p:cNvPr id="287" name="Rectangle 286">
            <a:extLst>
              <a:ext uri="{FF2B5EF4-FFF2-40B4-BE49-F238E27FC236}">
                <a16:creationId xmlns:a16="http://schemas.microsoft.com/office/drawing/2014/main" id="{D5CE3968-8DE7-48A2-B67C-904922E23B84}"/>
              </a:ext>
            </a:extLst>
          </p:cNvPr>
          <p:cNvSpPr/>
          <p:nvPr/>
        </p:nvSpPr>
        <p:spPr>
          <a:xfrm>
            <a:off x="0" y="2700000"/>
            <a:ext cx="12168000" cy="36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8" name="Rectangle 287">
            <a:extLst>
              <a:ext uri="{FF2B5EF4-FFF2-40B4-BE49-F238E27FC236}">
                <a16:creationId xmlns:a16="http://schemas.microsoft.com/office/drawing/2014/main" id="{D2040A46-9C06-47A3-BA4B-E60E1E38BABA}"/>
              </a:ext>
            </a:extLst>
          </p:cNvPr>
          <p:cNvSpPr/>
          <p:nvPr/>
        </p:nvSpPr>
        <p:spPr>
          <a:xfrm>
            <a:off x="0" y="3060000"/>
            <a:ext cx="12168000" cy="36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9" name="Rectangle 288">
            <a:extLst>
              <a:ext uri="{FF2B5EF4-FFF2-40B4-BE49-F238E27FC236}">
                <a16:creationId xmlns:a16="http://schemas.microsoft.com/office/drawing/2014/main" id="{AB1A7811-543C-40C0-A10F-369BC39D25AC}"/>
              </a:ext>
            </a:extLst>
          </p:cNvPr>
          <p:cNvSpPr/>
          <p:nvPr/>
        </p:nvSpPr>
        <p:spPr>
          <a:xfrm>
            <a:off x="0" y="3420000"/>
            <a:ext cx="12168000" cy="36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90" name="Rectangle 289">
            <a:extLst>
              <a:ext uri="{FF2B5EF4-FFF2-40B4-BE49-F238E27FC236}">
                <a16:creationId xmlns:a16="http://schemas.microsoft.com/office/drawing/2014/main" id="{1B326443-CCE3-4219-9995-4BCA84C77C62}"/>
              </a:ext>
            </a:extLst>
          </p:cNvPr>
          <p:cNvSpPr/>
          <p:nvPr/>
        </p:nvSpPr>
        <p:spPr>
          <a:xfrm>
            <a:off x="0" y="3780000"/>
            <a:ext cx="12168000" cy="36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91" name="Rectangle 290">
            <a:extLst>
              <a:ext uri="{FF2B5EF4-FFF2-40B4-BE49-F238E27FC236}">
                <a16:creationId xmlns:a16="http://schemas.microsoft.com/office/drawing/2014/main" id="{F1B8E775-D2A6-4A6D-BEDC-3030C5C774E9}"/>
              </a:ext>
            </a:extLst>
          </p:cNvPr>
          <p:cNvSpPr/>
          <p:nvPr/>
        </p:nvSpPr>
        <p:spPr>
          <a:xfrm>
            <a:off x="0" y="4140000"/>
            <a:ext cx="12168000" cy="36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65C1D861-C788-46F3-9C3E-0FFDE56B7BBC}"/>
              </a:ext>
            </a:extLst>
          </p:cNvPr>
          <p:cNvGrpSpPr/>
          <p:nvPr/>
        </p:nvGrpSpPr>
        <p:grpSpPr>
          <a:xfrm>
            <a:off x="0" y="5040000"/>
            <a:ext cx="12168000" cy="2196000"/>
            <a:chOff x="-1" y="360000"/>
            <a:chExt cx="12168000" cy="1476000"/>
          </a:xfrm>
        </p:grpSpPr>
        <p:sp>
          <p:nvSpPr>
            <p:cNvPr id="293" name="Rectangle 292">
              <a:extLst>
                <a:ext uri="{FF2B5EF4-FFF2-40B4-BE49-F238E27FC236}">
                  <a16:creationId xmlns:a16="http://schemas.microsoft.com/office/drawing/2014/main" id="{61069982-0E07-46CE-9457-DB2E0AD06175}"/>
                </a:ext>
              </a:extLst>
            </p:cNvPr>
            <p:cNvSpPr/>
            <p:nvPr/>
          </p:nvSpPr>
          <p:spPr>
            <a:xfrm>
              <a:off x="107999" y="360000"/>
              <a:ext cx="12060000" cy="1476000"/>
            </a:xfrm>
            <a:prstGeom prst="rect">
              <a:avLst/>
            </a:prstGeom>
            <a:gradFill>
              <a:gsLst>
                <a:gs pos="70000">
                  <a:srgbClr val="A19377"/>
                </a:gs>
                <a:gs pos="30000">
                  <a:srgbClr val="A19377"/>
                </a:gs>
                <a:gs pos="0">
                  <a:srgbClr val="8D7E61"/>
                </a:gs>
                <a:gs pos="100000">
                  <a:srgbClr val="8D7E61"/>
                </a:gs>
              </a:gsLst>
              <a:lin ang="5400000" scaled="1"/>
            </a:gradFill>
            <a:ln>
              <a:solidFill>
                <a:srgbClr val="8D7E6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4" name="Rectangle 293">
              <a:extLst>
                <a:ext uri="{FF2B5EF4-FFF2-40B4-BE49-F238E27FC236}">
                  <a16:creationId xmlns:a16="http://schemas.microsoft.com/office/drawing/2014/main" id="{96ED6AEA-1309-4898-BDF9-69A03D3BA8DD}"/>
                </a:ext>
              </a:extLst>
            </p:cNvPr>
            <p:cNvSpPr/>
            <p:nvPr/>
          </p:nvSpPr>
          <p:spPr>
            <a:xfrm rot="10800000">
              <a:off x="575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5" name="Rectangle 294">
              <a:extLst>
                <a:ext uri="{FF2B5EF4-FFF2-40B4-BE49-F238E27FC236}">
                  <a16:creationId xmlns:a16="http://schemas.microsoft.com/office/drawing/2014/main" id="{C4D7E5EC-FF7C-470B-A159-2D0560FD7253}"/>
                </a:ext>
              </a:extLst>
            </p:cNvPr>
            <p:cNvSpPr/>
            <p:nvPr/>
          </p:nvSpPr>
          <p:spPr>
            <a:xfrm rot="10800000">
              <a:off x="-1" y="360000"/>
              <a:ext cx="108000" cy="1476000"/>
            </a:xfrm>
            <a:prstGeom prst="rect">
              <a:avLst/>
            </a:prstGeom>
            <a:gradFill flip="none" rotWithShape="1">
              <a:gsLst>
                <a:gs pos="48000">
                  <a:schemeClr val="bg1"/>
                </a:gs>
                <a:gs pos="69000">
                  <a:schemeClr val="bg1">
                    <a:lumMod val="65000"/>
                  </a:schemeClr>
                </a:gs>
              </a:gsLst>
              <a:lin ang="10800000" scaled="0"/>
              <a:tileRect/>
            </a:gradFill>
            <a:ln>
              <a:solidFill>
                <a:srgbClr val="8D7E6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0A925883-823C-459F-B923-337EC7DEA25C}"/>
                </a:ext>
              </a:extLst>
            </p:cNvPr>
            <p:cNvSpPr/>
            <p:nvPr/>
          </p:nvSpPr>
          <p:spPr>
            <a:xfrm rot="10800000">
              <a:off x="1079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7" name="Rectangle 296">
              <a:extLst>
                <a:ext uri="{FF2B5EF4-FFF2-40B4-BE49-F238E27FC236}">
                  <a16:creationId xmlns:a16="http://schemas.microsoft.com/office/drawing/2014/main" id="{838DB018-85ED-4F3C-A529-B6C6B289E476}"/>
                </a:ext>
              </a:extLst>
            </p:cNvPr>
            <p:cNvSpPr/>
            <p:nvPr/>
          </p:nvSpPr>
          <p:spPr>
            <a:xfrm rot="10800000">
              <a:off x="1583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8" name="Rectangle 297">
              <a:extLst>
                <a:ext uri="{FF2B5EF4-FFF2-40B4-BE49-F238E27FC236}">
                  <a16:creationId xmlns:a16="http://schemas.microsoft.com/office/drawing/2014/main" id="{FACF0C3B-ED60-45EE-8768-B86CD07314B8}"/>
                </a:ext>
              </a:extLst>
            </p:cNvPr>
            <p:cNvSpPr/>
            <p:nvPr/>
          </p:nvSpPr>
          <p:spPr>
            <a:xfrm rot="10800000">
              <a:off x="2087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9" name="Rectangle 298">
              <a:extLst>
                <a:ext uri="{FF2B5EF4-FFF2-40B4-BE49-F238E27FC236}">
                  <a16:creationId xmlns:a16="http://schemas.microsoft.com/office/drawing/2014/main" id="{064546F4-9998-48AB-B15D-E2F70C4F0938}"/>
                </a:ext>
              </a:extLst>
            </p:cNvPr>
            <p:cNvSpPr/>
            <p:nvPr/>
          </p:nvSpPr>
          <p:spPr>
            <a:xfrm rot="10800000">
              <a:off x="2591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0" name="Rectangle 299">
              <a:extLst>
                <a:ext uri="{FF2B5EF4-FFF2-40B4-BE49-F238E27FC236}">
                  <a16:creationId xmlns:a16="http://schemas.microsoft.com/office/drawing/2014/main" id="{896AFC7E-160A-432E-90E7-A1256035DF7F}"/>
                </a:ext>
              </a:extLst>
            </p:cNvPr>
            <p:cNvSpPr/>
            <p:nvPr/>
          </p:nvSpPr>
          <p:spPr>
            <a:xfrm rot="10800000">
              <a:off x="3095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1" name="Rectangle 300">
              <a:extLst>
                <a:ext uri="{FF2B5EF4-FFF2-40B4-BE49-F238E27FC236}">
                  <a16:creationId xmlns:a16="http://schemas.microsoft.com/office/drawing/2014/main" id="{A54B729F-1B64-4790-B6AA-9A6F8C124EBF}"/>
                </a:ext>
              </a:extLst>
            </p:cNvPr>
            <p:cNvSpPr/>
            <p:nvPr/>
          </p:nvSpPr>
          <p:spPr>
            <a:xfrm rot="10800000">
              <a:off x="3599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2" name="Rectangle 301">
              <a:extLst>
                <a:ext uri="{FF2B5EF4-FFF2-40B4-BE49-F238E27FC236}">
                  <a16:creationId xmlns:a16="http://schemas.microsoft.com/office/drawing/2014/main" id="{F60AE1CF-6CF6-4279-8E11-0B212B365360}"/>
                </a:ext>
              </a:extLst>
            </p:cNvPr>
            <p:cNvSpPr/>
            <p:nvPr/>
          </p:nvSpPr>
          <p:spPr>
            <a:xfrm rot="10800000">
              <a:off x="4103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3" name="Rectangle 302">
              <a:extLst>
                <a:ext uri="{FF2B5EF4-FFF2-40B4-BE49-F238E27FC236}">
                  <a16:creationId xmlns:a16="http://schemas.microsoft.com/office/drawing/2014/main" id="{848A2F92-E388-42A9-A58C-78F8E37F77D6}"/>
                </a:ext>
              </a:extLst>
            </p:cNvPr>
            <p:cNvSpPr/>
            <p:nvPr/>
          </p:nvSpPr>
          <p:spPr>
            <a:xfrm rot="10800000">
              <a:off x="4607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4" name="Rectangle 303">
              <a:extLst>
                <a:ext uri="{FF2B5EF4-FFF2-40B4-BE49-F238E27FC236}">
                  <a16:creationId xmlns:a16="http://schemas.microsoft.com/office/drawing/2014/main" id="{80306E6B-391A-43A5-B31A-8B89750F18A6}"/>
                </a:ext>
              </a:extLst>
            </p:cNvPr>
            <p:cNvSpPr/>
            <p:nvPr/>
          </p:nvSpPr>
          <p:spPr>
            <a:xfrm rot="10800000">
              <a:off x="5111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5" name="Rectangle 304">
              <a:extLst>
                <a:ext uri="{FF2B5EF4-FFF2-40B4-BE49-F238E27FC236}">
                  <a16:creationId xmlns:a16="http://schemas.microsoft.com/office/drawing/2014/main" id="{E2546271-A154-4BC1-9D89-D8BDA8CB3EDF}"/>
                </a:ext>
              </a:extLst>
            </p:cNvPr>
            <p:cNvSpPr/>
            <p:nvPr/>
          </p:nvSpPr>
          <p:spPr>
            <a:xfrm rot="10800000">
              <a:off x="5615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6" name="Rectangle 305">
              <a:extLst>
                <a:ext uri="{FF2B5EF4-FFF2-40B4-BE49-F238E27FC236}">
                  <a16:creationId xmlns:a16="http://schemas.microsoft.com/office/drawing/2014/main" id="{FADBC3A4-379F-4A31-B60A-DDCDAD6D7BE5}"/>
                </a:ext>
              </a:extLst>
            </p:cNvPr>
            <p:cNvSpPr/>
            <p:nvPr/>
          </p:nvSpPr>
          <p:spPr>
            <a:xfrm rot="10800000">
              <a:off x="6119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7" name="Rectangle 306">
              <a:extLst>
                <a:ext uri="{FF2B5EF4-FFF2-40B4-BE49-F238E27FC236}">
                  <a16:creationId xmlns:a16="http://schemas.microsoft.com/office/drawing/2014/main" id="{20DC29B4-B37B-4CE1-8C2C-E84E0C2D2A8F}"/>
                </a:ext>
              </a:extLst>
            </p:cNvPr>
            <p:cNvSpPr/>
            <p:nvPr/>
          </p:nvSpPr>
          <p:spPr>
            <a:xfrm rot="10800000">
              <a:off x="6623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8" name="Rectangle 307">
              <a:extLst>
                <a:ext uri="{FF2B5EF4-FFF2-40B4-BE49-F238E27FC236}">
                  <a16:creationId xmlns:a16="http://schemas.microsoft.com/office/drawing/2014/main" id="{E53A41D3-27E1-43AF-BCDF-E72AF2B67D21}"/>
                </a:ext>
              </a:extLst>
            </p:cNvPr>
            <p:cNvSpPr/>
            <p:nvPr/>
          </p:nvSpPr>
          <p:spPr>
            <a:xfrm rot="10800000">
              <a:off x="7127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6CE8701A-B65D-4900-A20E-92413900F4BC}"/>
                </a:ext>
              </a:extLst>
            </p:cNvPr>
            <p:cNvSpPr/>
            <p:nvPr/>
          </p:nvSpPr>
          <p:spPr>
            <a:xfrm rot="10800000">
              <a:off x="7631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0" name="Rectangle 309">
              <a:extLst>
                <a:ext uri="{FF2B5EF4-FFF2-40B4-BE49-F238E27FC236}">
                  <a16:creationId xmlns:a16="http://schemas.microsoft.com/office/drawing/2014/main" id="{64DE278B-94B9-4DB8-AAA8-F04636EEE053}"/>
                </a:ext>
              </a:extLst>
            </p:cNvPr>
            <p:cNvSpPr/>
            <p:nvPr/>
          </p:nvSpPr>
          <p:spPr>
            <a:xfrm rot="10800000">
              <a:off x="8135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1" name="Rectangle 310">
              <a:extLst>
                <a:ext uri="{FF2B5EF4-FFF2-40B4-BE49-F238E27FC236}">
                  <a16:creationId xmlns:a16="http://schemas.microsoft.com/office/drawing/2014/main" id="{19E5E2BD-A8D9-4621-9B0F-E2FE06833B54}"/>
                </a:ext>
              </a:extLst>
            </p:cNvPr>
            <p:cNvSpPr/>
            <p:nvPr/>
          </p:nvSpPr>
          <p:spPr>
            <a:xfrm rot="10800000">
              <a:off x="8639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2" name="Rectangle 311">
              <a:extLst>
                <a:ext uri="{FF2B5EF4-FFF2-40B4-BE49-F238E27FC236}">
                  <a16:creationId xmlns:a16="http://schemas.microsoft.com/office/drawing/2014/main" id="{771EFA5A-05B6-4AA8-8FE2-5648DEBC7046}"/>
                </a:ext>
              </a:extLst>
            </p:cNvPr>
            <p:cNvSpPr/>
            <p:nvPr/>
          </p:nvSpPr>
          <p:spPr>
            <a:xfrm rot="10800000">
              <a:off x="9143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3" name="Rectangle 312">
              <a:extLst>
                <a:ext uri="{FF2B5EF4-FFF2-40B4-BE49-F238E27FC236}">
                  <a16:creationId xmlns:a16="http://schemas.microsoft.com/office/drawing/2014/main" id="{89157F0C-443C-44AC-A075-82DF3DF139EE}"/>
                </a:ext>
              </a:extLst>
            </p:cNvPr>
            <p:cNvSpPr/>
            <p:nvPr/>
          </p:nvSpPr>
          <p:spPr>
            <a:xfrm rot="10800000">
              <a:off x="9647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4" name="Rectangle 313">
              <a:extLst>
                <a:ext uri="{FF2B5EF4-FFF2-40B4-BE49-F238E27FC236}">
                  <a16:creationId xmlns:a16="http://schemas.microsoft.com/office/drawing/2014/main" id="{AA553E1D-58E9-4B8C-9262-27CDEF73EFA0}"/>
                </a:ext>
              </a:extLst>
            </p:cNvPr>
            <p:cNvSpPr/>
            <p:nvPr/>
          </p:nvSpPr>
          <p:spPr>
            <a:xfrm rot="10800000">
              <a:off x="10151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5" name="Rectangle 314">
              <a:extLst>
                <a:ext uri="{FF2B5EF4-FFF2-40B4-BE49-F238E27FC236}">
                  <a16:creationId xmlns:a16="http://schemas.microsoft.com/office/drawing/2014/main" id="{2E84FF7E-9ACD-4BDC-8267-BA9E68C8A696}"/>
                </a:ext>
              </a:extLst>
            </p:cNvPr>
            <p:cNvSpPr/>
            <p:nvPr/>
          </p:nvSpPr>
          <p:spPr>
            <a:xfrm rot="10800000">
              <a:off x="10655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6" name="Rectangle 315">
              <a:extLst>
                <a:ext uri="{FF2B5EF4-FFF2-40B4-BE49-F238E27FC236}">
                  <a16:creationId xmlns:a16="http://schemas.microsoft.com/office/drawing/2014/main" id="{7D488899-22A5-4799-BA21-F8B34DEE8604}"/>
                </a:ext>
              </a:extLst>
            </p:cNvPr>
            <p:cNvSpPr/>
            <p:nvPr/>
          </p:nvSpPr>
          <p:spPr>
            <a:xfrm rot="10800000">
              <a:off x="11159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7" name="Rectangle 316">
              <a:extLst>
                <a:ext uri="{FF2B5EF4-FFF2-40B4-BE49-F238E27FC236}">
                  <a16:creationId xmlns:a16="http://schemas.microsoft.com/office/drawing/2014/main" id="{BAF6B715-18F7-4484-B3D3-EAC628FFDA88}"/>
                </a:ext>
              </a:extLst>
            </p:cNvPr>
            <p:cNvSpPr/>
            <p:nvPr/>
          </p:nvSpPr>
          <p:spPr>
            <a:xfrm rot="10800000">
              <a:off x="11664000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318" name="Oval 317">
            <a:extLst>
              <a:ext uri="{FF2B5EF4-FFF2-40B4-BE49-F238E27FC236}">
                <a16:creationId xmlns:a16="http://schemas.microsoft.com/office/drawing/2014/main" id="{4722A607-CA0B-4C2C-9FB0-DA3C260F3D13}"/>
              </a:ext>
            </a:extLst>
          </p:cNvPr>
          <p:cNvSpPr/>
          <p:nvPr/>
        </p:nvSpPr>
        <p:spPr>
          <a:xfrm>
            <a:off x="2268000" y="604800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19" name="Oval 318">
            <a:extLst>
              <a:ext uri="{FF2B5EF4-FFF2-40B4-BE49-F238E27FC236}">
                <a16:creationId xmlns:a16="http://schemas.microsoft.com/office/drawing/2014/main" id="{76F8A505-ED44-4307-9104-E3EF52DFE0FC}"/>
              </a:ext>
            </a:extLst>
          </p:cNvPr>
          <p:cNvSpPr/>
          <p:nvPr/>
        </p:nvSpPr>
        <p:spPr>
          <a:xfrm>
            <a:off x="3276000" y="604800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20" name="Oval 319">
            <a:extLst>
              <a:ext uri="{FF2B5EF4-FFF2-40B4-BE49-F238E27FC236}">
                <a16:creationId xmlns:a16="http://schemas.microsoft.com/office/drawing/2014/main" id="{DFC7AE31-F35C-418F-9F00-EED342EED07F}"/>
              </a:ext>
            </a:extLst>
          </p:cNvPr>
          <p:cNvSpPr/>
          <p:nvPr/>
        </p:nvSpPr>
        <p:spPr>
          <a:xfrm>
            <a:off x="4284000" y="604800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21" name="Oval 320">
            <a:extLst>
              <a:ext uri="{FF2B5EF4-FFF2-40B4-BE49-F238E27FC236}">
                <a16:creationId xmlns:a16="http://schemas.microsoft.com/office/drawing/2014/main" id="{A6AF1BAB-C6C8-4AB8-B9DF-51B411677DE8}"/>
              </a:ext>
            </a:extLst>
          </p:cNvPr>
          <p:cNvSpPr/>
          <p:nvPr/>
        </p:nvSpPr>
        <p:spPr>
          <a:xfrm>
            <a:off x="5796000" y="658800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22" name="Oval 321">
            <a:extLst>
              <a:ext uri="{FF2B5EF4-FFF2-40B4-BE49-F238E27FC236}">
                <a16:creationId xmlns:a16="http://schemas.microsoft.com/office/drawing/2014/main" id="{B47C45EA-0138-4B81-98A9-EC0EB7CC4222}"/>
              </a:ext>
            </a:extLst>
          </p:cNvPr>
          <p:cNvSpPr/>
          <p:nvPr/>
        </p:nvSpPr>
        <p:spPr>
          <a:xfrm>
            <a:off x="5796000" y="550800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23" name="Oval 322">
            <a:extLst>
              <a:ext uri="{FF2B5EF4-FFF2-40B4-BE49-F238E27FC236}">
                <a16:creationId xmlns:a16="http://schemas.microsoft.com/office/drawing/2014/main" id="{9FA4EAB4-419D-481F-A292-4E7029902907}"/>
              </a:ext>
            </a:extLst>
          </p:cNvPr>
          <p:cNvSpPr/>
          <p:nvPr/>
        </p:nvSpPr>
        <p:spPr>
          <a:xfrm>
            <a:off x="7306800" y="604800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24" name="Oval 323">
            <a:extLst>
              <a:ext uri="{FF2B5EF4-FFF2-40B4-BE49-F238E27FC236}">
                <a16:creationId xmlns:a16="http://schemas.microsoft.com/office/drawing/2014/main" id="{CF6EC155-2D55-4EFA-BB06-1AB64E12A858}"/>
              </a:ext>
            </a:extLst>
          </p:cNvPr>
          <p:cNvSpPr/>
          <p:nvPr/>
        </p:nvSpPr>
        <p:spPr>
          <a:xfrm>
            <a:off x="8314800" y="604800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25" name="Oval 324">
            <a:extLst>
              <a:ext uri="{FF2B5EF4-FFF2-40B4-BE49-F238E27FC236}">
                <a16:creationId xmlns:a16="http://schemas.microsoft.com/office/drawing/2014/main" id="{81DC31E4-4446-4DAF-9ADE-38F02769EC77}"/>
              </a:ext>
            </a:extLst>
          </p:cNvPr>
          <p:cNvSpPr/>
          <p:nvPr/>
        </p:nvSpPr>
        <p:spPr>
          <a:xfrm>
            <a:off x="9322800" y="604800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26" name="Oval 325">
            <a:extLst>
              <a:ext uri="{FF2B5EF4-FFF2-40B4-BE49-F238E27FC236}">
                <a16:creationId xmlns:a16="http://schemas.microsoft.com/office/drawing/2014/main" id="{1980725A-133E-4BD7-A8AC-5098B88FCE79}"/>
              </a:ext>
            </a:extLst>
          </p:cNvPr>
          <p:cNvSpPr/>
          <p:nvPr/>
        </p:nvSpPr>
        <p:spPr>
          <a:xfrm>
            <a:off x="10332001" y="604800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27" name="Oval 326">
            <a:extLst>
              <a:ext uri="{FF2B5EF4-FFF2-40B4-BE49-F238E27FC236}">
                <a16:creationId xmlns:a16="http://schemas.microsoft.com/office/drawing/2014/main" id="{2C489123-7D85-48F7-9E21-908103CCC7D0}"/>
              </a:ext>
            </a:extLst>
          </p:cNvPr>
          <p:cNvSpPr/>
          <p:nvPr/>
        </p:nvSpPr>
        <p:spPr>
          <a:xfrm>
            <a:off x="11844001" y="658800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28" name="Oval 327">
            <a:extLst>
              <a:ext uri="{FF2B5EF4-FFF2-40B4-BE49-F238E27FC236}">
                <a16:creationId xmlns:a16="http://schemas.microsoft.com/office/drawing/2014/main" id="{D19992E7-0C09-46D9-9DEE-0CBB73508F2C}"/>
              </a:ext>
            </a:extLst>
          </p:cNvPr>
          <p:cNvSpPr/>
          <p:nvPr/>
        </p:nvSpPr>
        <p:spPr>
          <a:xfrm>
            <a:off x="11844001" y="550800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329" name="Group 328">
            <a:extLst>
              <a:ext uri="{FF2B5EF4-FFF2-40B4-BE49-F238E27FC236}">
                <a16:creationId xmlns:a16="http://schemas.microsoft.com/office/drawing/2014/main" id="{7DE0B771-2F86-48AC-B89C-02D9FD572AA7}"/>
              </a:ext>
            </a:extLst>
          </p:cNvPr>
          <p:cNvGrpSpPr/>
          <p:nvPr/>
        </p:nvGrpSpPr>
        <p:grpSpPr>
          <a:xfrm>
            <a:off x="78000" y="7236000"/>
            <a:ext cx="12096000" cy="288000"/>
            <a:chOff x="77999" y="1836000"/>
            <a:chExt cx="12096000" cy="288000"/>
          </a:xfrm>
        </p:grpSpPr>
        <p:sp>
          <p:nvSpPr>
            <p:cNvPr id="330" name="TextBox 329">
              <a:extLst>
                <a:ext uri="{FF2B5EF4-FFF2-40B4-BE49-F238E27FC236}">
                  <a16:creationId xmlns:a16="http://schemas.microsoft.com/office/drawing/2014/main" id="{C99113D5-798B-41FA-B43B-884008C373B4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7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</a:t>
              </a:r>
            </a:p>
          </p:txBody>
        </p:sp>
        <p:sp>
          <p:nvSpPr>
            <p:cNvPr id="331" name="TextBox 330">
              <a:extLst>
                <a:ext uri="{FF2B5EF4-FFF2-40B4-BE49-F238E27FC236}">
                  <a16:creationId xmlns:a16="http://schemas.microsoft.com/office/drawing/2014/main" id="{3648F711-E162-4E35-9E8F-53FD812E03A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81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</a:t>
              </a:r>
            </a:p>
          </p:txBody>
        </p:sp>
        <p:sp>
          <p:nvSpPr>
            <p:cNvPr id="332" name="TextBox 331">
              <a:extLst>
                <a:ext uri="{FF2B5EF4-FFF2-40B4-BE49-F238E27FC236}">
                  <a16:creationId xmlns:a16="http://schemas.microsoft.com/office/drawing/2014/main" id="{01885875-536F-4F96-8B2F-846A4C0A11C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085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3</a:t>
              </a:r>
            </a:p>
          </p:txBody>
        </p:sp>
        <p:sp>
          <p:nvSpPr>
            <p:cNvPr id="333" name="TextBox 332">
              <a:extLst>
                <a:ext uri="{FF2B5EF4-FFF2-40B4-BE49-F238E27FC236}">
                  <a16:creationId xmlns:a16="http://schemas.microsoft.com/office/drawing/2014/main" id="{8285E852-BCFF-42EE-9571-F5C459517B2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89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4</a:t>
              </a:r>
            </a:p>
          </p:txBody>
        </p:sp>
        <p:sp>
          <p:nvSpPr>
            <p:cNvPr id="334" name="TextBox 333">
              <a:extLst>
                <a:ext uri="{FF2B5EF4-FFF2-40B4-BE49-F238E27FC236}">
                  <a16:creationId xmlns:a16="http://schemas.microsoft.com/office/drawing/2014/main" id="{8B5B69F1-08CF-4A9E-9826-EA446BD0931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2093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5</a:t>
              </a:r>
            </a:p>
          </p:txBody>
        </p:sp>
        <p:sp>
          <p:nvSpPr>
            <p:cNvPr id="335" name="TextBox 334">
              <a:extLst>
                <a:ext uri="{FF2B5EF4-FFF2-40B4-BE49-F238E27FC236}">
                  <a16:creationId xmlns:a16="http://schemas.microsoft.com/office/drawing/2014/main" id="{7BE8890F-AC01-4278-89AB-3BE04B8977B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2597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6</a:t>
              </a:r>
            </a:p>
          </p:txBody>
        </p:sp>
        <p:sp>
          <p:nvSpPr>
            <p:cNvPr id="336" name="TextBox 335">
              <a:extLst>
                <a:ext uri="{FF2B5EF4-FFF2-40B4-BE49-F238E27FC236}">
                  <a16:creationId xmlns:a16="http://schemas.microsoft.com/office/drawing/2014/main" id="{E553B648-6D5A-49E5-98FF-527DAF5EE68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3101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7</a:t>
              </a:r>
            </a:p>
          </p:txBody>
        </p:sp>
        <p:sp>
          <p:nvSpPr>
            <p:cNvPr id="337" name="TextBox 336">
              <a:extLst>
                <a:ext uri="{FF2B5EF4-FFF2-40B4-BE49-F238E27FC236}">
                  <a16:creationId xmlns:a16="http://schemas.microsoft.com/office/drawing/2014/main" id="{1CCEE257-2F05-47DD-BBEB-BEFE23D70FE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3605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8</a:t>
              </a:r>
            </a:p>
          </p:txBody>
        </p:sp>
        <p:sp>
          <p:nvSpPr>
            <p:cNvPr id="338" name="TextBox 337">
              <a:extLst>
                <a:ext uri="{FF2B5EF4-FFF2-40B4-BE49-F238E27FC236}">
                  <a16:creationId xmlns:a16="http://schemas.microsoft.com/office/drawing/2014/main" id="{44818048-FD38-4B9C-B5F5-356FBED83CB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109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9</a:t>
              </a:r>
            </a:p>
          </p:txBody>
        </p:sp>
        <p:sp>
          <p:nvSpPr>
            <p:cNvPr id="339" name="TextBox 338">
              <a:extLst>
                <a:ext uri="{FF2B5EF4-FFF2-40B4-BE49-F238E27FC236}">
                  <a16:creationId xmlns:a16="http://schemas.microsoft.com/office/drawing/2014/main" id="{6B6731FF-530D-41FF-AC37-2FAD9A1384B4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613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10</a:t>
              </a:r>
            </a:p>
          </p:txBody>
        </p:sp>
        <p:sp>
          <p:nvSpPr>
            <p:cNvPr id="340" name="TextBox 339">
              <a:extLst>
                <a:ext uri="{FF2B5EF4-FFF2-40B4-BE49-F238E27FC236}">
                  <a16:creationId xmlns:a16="http://schemas.microsoft.com/office/drawing/2014/main" id="{6A024CBB-2E2D-44AE-B307-AAE3A45694B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17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11</a:t>
              </a:r>
            </a:p>
          </p:txBody>
        </p:sp>
        <p:sp>
          <p:nvSpPr>
            <p:cNvPr id="341" name="TextBox 340">
              <a:extLst>
                <a:ext uri="{FF2B5EF4-FFF2-40B4-BE49-F238E27FC236}">
                  <a16:creationId xmlns:a16="http://schemas.microsoft.com/office/drawing/2014/main" id="{B1DB6893-528A-41A5-8C7A-30678B9E446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621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12</a:t>
              </a:r>
            </a:p>
          </p:txBody>
        </p:sp>
        <p:sp>
          <p:nvSpPr>
            <p:cNvPr id="342" name="TextBox 341">
              <a:extLst>
                <a:ext uri="{FF2B5EF4-FFF2-40B4-BE49-F238E27FC236}">
                  <a16:creationId xmlns:a16="http://schemas.microsoft.com/office/drawing/2014/main" id="{9183783F-7281-40E6-893D-6B5BCB99D0C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6125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13</a:t>
              </a:r>
            </a:p>
          </p:txBody>
        </p:sp>
        <p:sp>
          <p:nvSpPr>
            <p:cNvPr id="343" name="TextBox 342">
              <a:extLst>
                <a:ext uri="{FF2B5EF4-FFF2-40B4-BE49-F238E27FC236}">
                  <a16:creationId xmlns:a16="http://schemas.microsoft.com/office/drawing/2014/main" id="{3E613DA3-9A96-426F-8B43-4650AA44A99F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6629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14</a:t>
              </a:r>
            </a:p>
          </p:txBody>
        </p:sp>
        <p:sp>
          <p:nvSpPr>
            <p:cNvPr id="344" name="TextBox 343">
              <a:extLst>
                <a:ext uri="{FF2B5EF4-FFF2-40B4-BE49-F238E27FC236}">
                  <a16:creationId xmlns:a16="http://schemas.microsoft.com/office/drawing/2014/main" id="{AD54AB1C-3976-4008-9DDD-DB1226935BB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637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16</a:t>
              </a:r>
            </a:p>
          </p:txBody>
        </p:sp>
        <p:sp>
          <p:nvSpPr>
            <p:cNvPr id="345" name="TextBox 344">
              <a:extLst>
                <a:ext uri="{FF2B5EF4-FFF2-40B4-BE49-F238E27FC236}">
                  <a16:creationId xmlns:a16="http://schemas.microsoft.com/office/drawing/2014/main" id="{B97F679B-9595-47EA-81F4-FC956862827F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41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17</a:t>
              </a:r>
            </a:p>
          </p:txBody>
        </p:sp>
        <p:sp>
          <p:nvSpPr>
            <p:cNvPr id="346" name="TextBox 345">
              <a:extLst>
                <a:ext uri="{FF2B5EF4-FFF2-40B4-BE49-F238E27FC236}">
                  <a16:creationId xmlns:a16="http://schemas.microsoft.com/office/drawing/2014/main" id="{E8E258B2-CD8E-48B9-A887-8F19BE39C46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645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18</a:t>
              </a:r>
            </a:p>
          </p:txBody>
        </p:sp>
        <p:sp>
          <p:nvSpPr>
            <p:cNvPr id="347" name="TextBox 346">
              <a:extLst>
                <a:ext uri="{FF2B5EF4-FFF2-40B4-BE49-F238E27FC236}">
                  <a16:creationId xmlns:a16="http://schemas.microsoft.com/office/drawing/2014/main" id="{EF97C08B-F721-4523-8101-7B038E6B176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149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19</a:t>
              </a:r>
            </a:p>
          </p:txBody>
        </p:sp>
        <p:sp>
          <p:nvSpPr>
            <p:cNvPr id="348" name="TextBox 347">
              <a:extLst>
                <a:ext uri="{FF2B5EF4-FFF2-40B4-BE49-F238E27FC236}">
                  <a16:creationId xmlns:a16="http://schemas.microsoft.com/office/drawing/2014/main" id="{A04B185D-C56A-4E5A-8A5F-FAF97E51673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653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20</a:t>
              </a:r>
            </a:p>
          </p:txBody>
        </p:sp>
        <p:sp>
          <p:nvSpPr>
            <p:cNvPr id="349" name="TextBox 348">
              <a:extLst>
                <a:ext uri="{FF2B5EF4-FFF2-40B4-BE49-F238E27FC236}">
                  <a16:creationId xmlns:a16="http://schemas.microsoft.com/office/drawing/2014/main" id="{AB341FAE-27C1-433D-BB56-8B93A956DE2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0157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21</a:t>
              </a:r>
            </a:p>
          </p:txBody>
        </p:sp>
        <p:sp>
          <p:nvSpPr>
            <p:cNvPr id="350" name="TextBox 349">
              <a:extLst>
                <a:ext uri="{FF2B5EF4-FFF2-40B4-BE49-F238E27FC236}">
                  <a16:creationId xmlns:a16="http://schemas.microsoft.com/office/drawing/2014/main" id="{4C9AB05F-B26F-4D46-9ECC-AC2EA6E9922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0661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22</a:t>
              </a:r>
            </a:p>
          </p:txBody>
        </p:sp>
        <p:sp>
          <p:nvSpPr>
            <p:cNvPr id="351" name="TextBox 350">
              <a:extLst>
                <a:ext uri="{FF2B5EF4-FFF2-40B4-BE49-F238E27FC236}">
                  <a16:creationId xmlns:a16="http://schemas.microsoft.com/office/drawing/2014/main" id="{ED072E8F-872F-461C-B081-24D82954DA7F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1165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23</a:t>
              </a:r>
            </a:p>
          </p:txBody>
        </p:sp>
        <p:sp>
          <p:nvSpPr>
            <p:cNvPr id="352" name="TextBox 351">
              <a:extLst>
                <a:ext uri="{FF2B5EF4-FFF2-40B4-BE49-F238E27FC236}">
                  <a16:creationId xmlns:a16="http://schemas.microsoft.com/office/drawing/2014/main" id="{76404875-DECF-41DA-86C7-CC46B01B2CD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1669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24</a:t>
              </a:r>
            </a:p>
          </p:txBody>
        </p:sp>
        <p:sp>
          <p:nvSpPr>
            <p:cNvPr id="353" name="TextBox 352">
              <a:extLst>
                <a:ext uri="{FF2B5EF4-FFF2-40B4-BE49-F238E27FC236}">
                  <a16:creationId xmlns:a16="http://schemas.microsoft.com/office/drawing/2014/main" id="{765C1758-5620-4CFE-BD40-B0DA3F2A299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133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15</a:t>
              </a:r>
            </a:p>
          </p:txBody>
        </p:sp>
      </p:grpSp>
      <p:sp>
        <p:nvSpPr>
          <p:cNvPr id="354" name="Rectangle 353">
            <a:extLst>
              <a:ext uri="{FF2B5EF4-FFF2-40B4-BE49-F238E27FC236}">
                <a16:creationId xmlns:a16="http://schemas.microsoft.com/office/drawing/2014/main" id="{BD3B490C-78EE-4B2F-AB1F-C631E926007D}"/>
              </a:ext>
            </a:extLst>
          </p:cNvPr>
          <p:cNvSpPr/>
          <p:nvPr/>
        </p:nvSpPr>
        <p:spPr>
          <a:xfrm>
            <a:off x="0" y="5220000"/>
            <a:ext cx="12168000" cy="36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66E43505-9416-4B8A-9F56-9D0E01ED29A4}"/>
              </a:ext>
            </a:extLst>
          </p:cNvPr>
          <p:cNvSpPr/>
          <p:nvPr/>
        </p:nvSpPr>
        <p:spPr>
          <a:xfrm>
            <a:off x="0" y="5580000"/>
            <a:ext cx="12168000" cy="36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56" name="Rectangle 355">
            <a:extLst>
              <a:ext uri="{FF2B5EF4-FFF2-40B4-BE49-F238E27FC236}">
                <a16:creationId xmlns:a16="http://schemas.microsoft.com/office/drawing/2014/main" id="{34E3DB3E-90A8-4F09-91DA-6BBF5DF2DCD0}"/>
              </a:ext>
            </a:extLst>
          </p:cNvPr>
          <p:cNvSpPr/>
          <p:nvPr/>
        </p:nvSpPr>
        <p:spPr>
          <a:xfrm>
            <a:off x="0" y="5940000"/>
            <a:ext cx="12168000" cy="36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57" name="Rectangle 356">
            <a:extLst>
              <a:ext uri="{FF2B5EF4-FFF2-40B4-BE49-F238E27FC236}">
                <a16:creationId xmlns:a16="http://schemas.microsoft.com/office/drawing/2014/main" id="{2AE70845-EFEB-441C-8719-BD7EFBDF6F3D}"/>
              </a:ext>
            </a:extLst>
          </p:cNvPr>
          <p:cNvSpPr/>
          <p:nvPr/>
        </p:nvSpPr>
        <p:spPr>
          <a:xfrm>
            <a:off x="0" y="6300000"/>
            <a:ext cx="12168000" cy="36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A1F7651D-4ADF-4008-93BA-BCBB20CED640}"/>
              </a:ext>
            </a:extLst>
          </p:cNvPr>
          <p:cNvSpPr/>
          <p:nvPr/>
        </p:nvSpPr>
        <p:spPr>
          <a:xfrm>
            <a:off x="0" y="6660000"/>
            <a:ext cx="12168000" cy="36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151C1FE2-68AD-4078-9DF5-B7F5F2563BFB}"/>
              </a:ext>
            </a:extLst>
          </p:cNvPr>
          <p:cNvSpPr/>
          <p:nvPr/>
        </p:nvSpPr>
        <p:spPr>
          <a:xfrm>
            <a:off x="0" y="7020000"/>
            <a:ext cx="12168000" cy="36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45852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roup 183">
            <a:extLst>
              <a:ext uri="{FF2B5EF4-FFF2-40B4-BE49-F238E27FC236}">
                <a16:creationId xmlns:a16="http://schemas.microsoft.com/office/drawing/2014/main" id="{0DE77350-3EDD-458B-BEC2-3D47D3C77152}"/>
              </a:ext>
            </a:extLst>
          </p:cNvPr>
          <p:cNvGrpSpPr/>
          <p:nvPr/>
        </p:nvGrpSpPr>
        <p:grpSpPr>
          <a:xfrm>
            <a:off x="-1" y="360000"/>
            <a:ext cx="12168000" cy="2556000"/>
            <a:chOff x="-1" y="360000"/>
            <a:chExt cx="12168000" cy="1476000"/>
          </a:xfrm>
        </p:grpSpPr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876745D3-7E52-482B-906A-6E82696A58BF}"/>
                </a:ext>
              </a:extLst>
            </p:cNvPr>
            <p:cNvSpPr/>
            <p:nvPr/>
          </p:nvSpPr>
          <p:spPr>
            <a:xfrm>
              <a:off x="107999" y="360000"/>
              <a:ext cx="12060000" cy="1476000"/>
            </a:xfrm>
            <a:prstGeom prst="rect">
              <a:avLst/>
            </a:prstGeom>
            <a:gradFill>
              <a:gsLst>
                <a:gs pos="70000">
                  <a:srgbClr val="A19377"/>
                </a:gs>
                <a:gs pos="30000">
                  <a:srgbClr val="A19377"/>
                </a:gs>
                <a:gs pos="0">
                  <a:srgbClr val="8D7E61"/>
                </a:gs>
                <a:gs pos="100000">
                  <a:srgbClr val="8D7E61"/>
                </a:gs>
              </a:gsLst>
              <a:lin ang="5400000" scaled="1"/>
            </a:gradFill>
            <a:ln>
              <a:solidFill>
                <a:srgbClr val="8D7E6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1EA5CFEE-644B-49B8-8B49-012AF0ACECAD}"/>
                </a:ext>
              </a:extLst>
            </p:cNvPr>
            <p:cNvSpPr/>
            <p:nvPr/>
          </p:nvSpPr>
          <p:spPr>
            <a:xfrm rot="10800000">
              <a:off x="575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84F8AF02-7CBC-4B1E-8C87-68CB019127D4}"/>
                </a:ext>
              </a:extLst>
            </p:cNvPr>
            <p:cNvSpPr/>
            <p:nvPr/>
          </p:nvSpPr>
          <p:spPr>
            <a:xfrm rot="10800000">
              <a:off x="-1" y="360000"/>
              <a:ext cx="108000" cy="1476000"/>
            </a:xfrm>
            <a:prstGeom prst="rect">
              <a:avLst/>
            </a:prstGeom>
            <a:gradFill flip="none" rotWithShape="1">
              <a:gsLst>
                <a:gs pos="48000">
                  <a:schemeClr val="bg1"/>
                </a:gs>
                <a:gs pos="69000">
                  <a:schemeClr val="bg1">
                    <a:lumMod val="65000"/>
                  </a:schemeClr>
                </a:gs>
              </a:gsLst>
              <a:lin ang="10800000" scaled="0"/>
              <a:tileRect/>
            </a:gradFill>
            <a:ln>
              <a:solidFill>
                <a:srgbClr val="8D7E6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9FA95E00-EFF2-43B9-836F-C95090518C71}"/>
                </a:ext>
              </a:extLst>
            </p:cNvPr>
            <p:cNvSpPr/>
            <p:nvPr/>
          </p:nvSpPr>
          <p:spPr>
            <a:xfrm rot="10800000">
              <a:off x="1079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9821228C-B194-473C-B085-9BDC92938C32}"/>
                </a:ext>
              </a:extLst>
            </p:cNvPr>
            <p:cNvSpPr/>
            <p:nvPr/>
          </p:nvSpPr>
          <p:spPr>
            <a:xfrm rot="10800000">
              <a:off x="1583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33346941-C63B-4318-B053-B98A1D161E19}"/>
                </a:ext>
              </a:extLst>
            </p:cNvPr>
            <p:cNvSpPr/>
            <p:nvPr/>
          </p:nvSpPr>
          <p:spPr>
            <a:xfrm rot="10800000">
              <a:off x="2087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B054021A-BC7F-4B27-940E-4229A96FD745}"/>
                </a:ext>
              </a:extLst>
            </p:cNvPr>
            <p:cNvSpPr/>
            <p:nvPr/>
          </p:nvSpPr>
          <p:spPr>
            <a:xfrm rot="10800000">
              <a:off x="2591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17267E81-CE69-4A95-9CAE-CB7CB9D35ED1}"/>
                </a:ext>
              </a:extLst>
            </p:cNvPr>
            <p:cNvSpPr/>
            <p:nvPr/>
          </p:nvSpPr>
          <p:spPr>
            <a:xfrm rot="10800000">
              <a:off x="3095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AE010442-7573-4083-A064-9D13EC571B2A}"/>
                </a:ext>
              </a:extLst>
            </p:cNvPr>
            <p:cNvSpPr/>
            <p:nvPr/>
          </p:nvSpPr>
          <p:spPr>
            <a:xfrm rot="10800000">
              <a:off x="3599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5D7B2C3B-3CC9-414B-B7E5-EAF061828C19}"/>
                </a:ext>
              </a:extLst>
            </p:cNvPr>
            <p:cNvSpPr/>
            <p:nvPr/>
          </p:nvSpPr>
          <p:spPr>
            <a:xfrm rot="10800000">
              <a:off x="4103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CCE6A083-B9B8-4D82-8F7E-237F5658D3D4}"/>
                </a:ext>
              </a:extLst>
            </p:cNvPr>
            <p:cNvSpPr/>
            <p:nvPr/>
          </p:nvSpPr>
          <p:spPr>
            <a:xfrm rot="10800000">
              <a:off x="4607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E4BF88E8-99E3-4F7C-BBBE-DDB147E13C68}"/>
                </a:ext>
              </a:extLst>
            </p:cNvPr>
            <p:cNvSpPr/>
            <p:nvPr/>
          </p:nvSpPr>
          <p:spPr>
            <a:xfrm rot="10800000">
              <a:off x="5111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5B2BD5E2-4D48-4BDB-87C2-CC08D7B8D195}"/>
                </a:ext>
              </a:extLst>
            </p:cNvPr>
            <p:cNvSpPr/>
            <p:nvPr/>
          </p:nvSpPr>
          <p:spPr>
            <a:xfrm rot="10800000">
              <a:off x="5615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7724C199-3ECC-4431-8FF5-4E7E37C19205}"/>
                </a:ext>
              </a:extLst>
            </p:cNvPr>
            <p:cNvSpPr/>
            <p:nvPr/>
          </p:nvSpPr>
          <p:spPr>
            <a:xfrm rot="10800000">
              <a:off x="6119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68415031-92EC-4D4B-AE69-A01C54FF05FC}"/>
                </a:ext>
              </a:extLst>
            </p:cNvPr>
            <p:cNvSpPr/>
            <p:nvPr/>
          </p:nvSpPr>
          <p:spPr>
            <a:xfrm rot="10800000">
              <a:off x="6623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98020DA7-72BB-4AEE-8BDC-DF18054FB482}"/>
                </a:ext>
              </a:extLst>
            </p:cNvPr>
            <p:cNvSpPr/>
            <p:nvPr/>
          </p:nvSpPr>
          <p:spPr>
            <a:xfrm rot="10800000">
              <a:off x="7127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36F9C501-31A7-40A2-B417-32392FBF13F3}"/>
                </a:ext>
              </a:extLst>
            </p:cNvPr>
            <p:cNvSpPr/>
            <p:nvPr/>
          </p:nvSpPr>
          <p:spPr>
            <a:xfrm rot="10800000">
              <a:off x="7631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DC42703B-D561-4641-B91A-5179565EF6BF}"/>
                </a:ext>
              </a:extLst>
            </p:cNvPr>
            <p:cNvSpPr/>
            <p:nvPr/>
          </p:nvSpPr>
          <p:spPr>
            <a:xfrm rot="10800000">
              <a:off x="8135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09D695F4-7F77-49E5-B230-272E59B8810F}"/>
                </a:ext>
              </a:extLst>
            </p:cNvPr>
            <p:cNvSpPr/>
            <p:nvPr/>
          </p:nvSpPr>
          <p:spPr>
            <a:xfrm rot="10800000">
              <a:off x="8639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D02BD4F9-3BAC-4B30-8EE6-495CF14BDDDE}"/>
                </a:ext>
              </a:extLst>
            </p:cNvPr>
            <p:cNvSpPr/>
            <p:nvPr/>
          </p:nvSpPr>
          <p:spPr>
            <a:xfrm rot="10800000">
              <a:off x="9143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59742B16-21E4-4469-B011-71F1334388DF}"/>
                </a:ext>
              </a:extLst>
            </p:cNvPr>
            <p:cNvSpPr/>
            <p:nvPr/>
          </p:nvSpPr>
          <p:spPr>
            <a:xfrm rot="10800000">
              <a:off x="9647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0DC9E786-F499-4F1D-B5FC-0BD11F4A1CC5}"/>
                </a:ext>
              </a:extLst>
            </p:cNvPr>
            <p:cNvSpPr/>
            <p:nvPr/>
          </p:nvSpPr>
          <p:spPr>
            <a:xfrm rot="10800000">
              <a:off x="10151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34AD45CF-A37B-48DC-B86C-555E127659D1}"/>
                </a:ext>
              </a:extLst>
            </p:cNvPr>
            <p:cNvSpPr/>
            <p:nvPr/>
          </p:nvSpPr>
          <p:spPr>
            <a:xfrm rot="10800000">
              <a:off x="10655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EF634CAB-84B7-4FAC-A3BE-FF98325F95C8}"/>
                </a:ext>
              </a:extLst>
            </p:cNvPr>
            <p:cNvSpPr/>
            <p:nvPr/>
          </p:nvSpPr>
          <p:spPr>
            <a:xfrm rot="10800000">
              <a:off x="11159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C5A81BE1-376A-4A6E-8ADA-5A133FDBA7E0}"/>
                </a:ext>
              </a:extLst>
            </p:cNvPr>
            <p:cNvSpPr/>
            <p:nvPr/>
          </p:nvSpPr>
          <p:spPr>
            <a:xfrm rot="10800000">
              <a:off x="11664000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210" name="Oval 209">
            <a:extLst>
              <a:ext uri="{FF2B5EF4-FFF2-40B4-BE49-F238E27FC236}">
                <a16:creationId xmlns:a16="http://schemas.microsoft.com/office/drawing/2014/main" id="{BB2A64FA-C7DB-4384-AB3F-F57D6198BD05}"/>
              </a:ext>
            </a:extLst>
          </p:cNvPr>
          <p:cNvSpPr/>
          <p:nvPr/>
        </p:nvSpPr>
        <p:spPr>
          <a:xfrm>
            <a:off x="2267999" y="154800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1" name="Oval 210">
            <a:extLst>
              <a:ext uri="{FF2B5EF4-FFF2-40B4-BE49-F238E27FC236}">
                <a16:creationId xmlns:a16="http://schemas.microsoft.com/office/drawing/2014/main" id="{49315532-F8CF-4E28-9221-E940B53F25D0}"/>
              </a:ext>
            </a:extLst>
          </p:cNvPr>
          <p:cNvSpPr/>
          <p:nvPr/>
        </p:nvSpPr>
        <p:spPr>
          <a:xfrm>
            <a:off x="3275999" y="154800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2" name="Oval 211">
            <a:extLst>
              <a:ext uri="{FF2B5EF4-FFF2-40B4-BE49-F238E27FC236}">
                <a16:creationId xmlns:a16="http://schemas.microsoft.com/office/drawing/2014/main" id="{6077C09B-35A2-4F5F-99F1-86FDBA08FFB8}"/>
              </a:ext>
            </a:extLst>
          </p:cNvPr>
          <p:cNvSpPr/>
          <p:nvPr/>
        </p:nvSpPr>
        <p:spPr>
          <a:xfrm>
            <a:off x="4283999" y="154800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3" name="Oval 212">
            <a:extLst>
              <a:ext uri="{FF2B5EF4-FFF2-40B4-BE49-F238E27FC236}">
                <a16:creationId xmlns:a16="http://schemas.microsoft.com/office/drawing/2014/main" id="{F0359500-375C-4D6F-A79B-5CC225ECD3D6}"/>
              </a:ext>
            </a:extLst>
          </p:cNvPr>
          <p:cNvSpPr/>
          <p:nvPr/>
        </p:nvSpPr>
        <p:spPr>
          <a:xfrm>
            <a:off x="5795999" y="230400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4" name="Oval 213">
            <a:extLst>
              <a:ext uri="{FF2B5EF4-FFF2-40B4-BE49-F238E27FC236}">
                <a16:creationId xmlns:a16="http://schemas.microsoft.com/office/drawing/2014/main" id="{12120EF1-6E88-4BD0-B1C1-4993DABA36C6}"/>
              </a:ext>
            </a:extLst>
          </p:cNvPr>
          <p:cNvSpPr/>
          <p:nvPr/>
        </p:nvSpPr>
        <p:spPr>
          <a:xfrm>
            <a:off x="5795999" y="79200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5" name="Oval 214">
            <a:extLst>
              <a:ext uri="{FF2B5EF4-FFF2-40B4-BE49-F238E27FC236}">
                <a16:creationId xmlns:a16="http://schemas.microsoft.com/office/drawing/2014/main" id="{DB60067D-7EC7-4A96-96F9-1131AD7A75AB}"/>
              </a:ext>
            </a:extLst>
          </p:cNvPr>
          <p:cNvSpPr/>
          <p:nvPr/>
        </p:nvSpPr>
        <p:spPr>
          <a:xfrm>
            <a:off x="7306799" y="154800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4A52C227-82FC-48E3-8F0E-631D3653B5D2}"/>
              </a:ext>
            </a:extLst>
          </p:cNvPr>
          <p:cNvSpPr/>
          <p:nvPr/>
        </p:nvSpPr>
        <p:spPr>
          <a:xfrm>
            <a:off x="8314799" y="154800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id="{C3AF8F84-DEF2-4602-A4F3-07769EA354F6}"/>
              </a:ext>
            </a:extLst>
          </p:cNvPr>
          <p:cNvSpPr/>
          <p:nvPr/>
        </p:nvSpPr>
        <p:spPr>
          <a:xfrm>
            <a:off x="9322799" y="154800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8" name="Oval 217">
            <a:extLst>
              <a:ext uri="{FF2B5EF4-FFF2-40B4-BE49-F238E27FC236}">
                <a16:creationId xmlns:a16="http://schemas.microsoft.com/office/drawing/2014/main" id="{7D438851-B232-47BA-A33C-167A8DEFC1D7}"/>
              </a:ext>
            </a:extLst>
          </p:cNvPr>
          <p:cNvSpPr/>
          <p:nvPr/>
        </p:nvSpPr>
        <p:spPr>
          <a:xfrm>
            <a:off x="10332000" y="154800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9" name="Oval 218">
            <a:extLst>
              <a:ext uri="{FF2B5EF4-FFF2-40B4-BE49-F238E27FC236}">
                <a16:creationId xmlns:a16="http://schemas.microsoft.com/office/drawing/2014/main" id="{B126AE16-4F1B-4BEC-AED2-A7DB04FF2CA8}"/>
              </a:ext>
            </a:extLst>
          </p:cNvPr>
          <p:cNvSpPr/>
          <p:nvPr/>
        </p:nvSpPr>
        <p:spPr>
          <a:xfrm>
            <a:off x="11844000" y="230400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20" name="Oval 219">
            <a:extLst>
              <a:ext uri="{FF2B5EF4-FFF2-40B4-BE49-F238E27FC236}">
                <a16:creationId xmlns:a16="http://schemas.microsoft.com/office/drawing/2014/main" id="{F2188814-09B7-4D52-9F91-F10B2F3205F6}"/>
              </a:ext>
            </a:extLst>
          </p:cNvPr>
          <p:cNvSpPr/>
          <p:nvPr/>
        </p:nvSpPr>
        <p:spPr>
          <a:xfrm>
            <a:off x="11844000" y="79200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E41042C4-D50F-4BE9-B4F9-2FC536D7F8D5}"/>
              </a:ext>
            </a:extLst>
          </p:cNvPr>
          <p:cNvGrpSpPr/>
          <p:nvPr/>
        </p:nvGrpSpPr>
        <p:grpSpPr>
          <a:xfrm>
            <a:off x="77999" y="2916000"/>
            <a:ext cx="12096000" cy="288000"/>
            <a:chOff x="77999" y="1836000"/>
            <a:chExt cx="12096000" cy="288000"/>
          </a:xfrm>
        </p:grpSpPr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7FEAF3E4-494D-4673-BE53-2D6D59D8F7D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7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</a:t>
              </a:r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82BFFC12-0694-4F03-A02D-3141E214EC6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81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</a:t>
              </a:r>
            </a:p>
          </p:txBody>
        </p: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01558671-45F0-4FCC-A703-758659CE56A9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085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3</a:t>
              </a:r>
            </a:p>
          </p:txBody>
        </p: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B8AF9D0A-BCD1-4833-AF9E-F8EC692C6B6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89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4</a:t>
              </a:r>
            </a:p>
          </p:txBody>
        </p: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D4DDB79A-9747-41E5-B8F4-67F4029C89E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2093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5</a:t>
              </a:r>
            </a:p>
          </p:txBody>
        </p: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03D99397-CC3B-4F67-A69E-1742412A801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2597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6</a:t>
              </a:r>
            </a:p>
          </p:txBody>
        </p: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3CB3D88F-E001-4A19-B23F-71AEE505E27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3101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7</a:t>
              </a:r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62FF9DF0-80BF-470B-A68D-0BFCA0E2419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3605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8</a:t>
              </a:r>
            </a:p>
          </p:txBody>
        </p:sp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514B337B-8E6D-4FB2-8EA5-F8E77FE5497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109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9</a:t>
              </a:r>
            </a:p>
          </p:txBody>
        </p: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2EF9B804-CA74-4797-BCC4-7B94FDAF51F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613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10</a:t>
              </a:r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3A8DB823-98CB-468B-85D7-C5AF0AA6D0E4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17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11</a:t>
              </a:r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06E835F5-E4D7-4B8B-825A-85ADC25EDC2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621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12</a:t>
              </a: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277D9BF1-2EEB-484A-A5A1-F8B81E52DE0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6125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13</a:t>
              </a:r>
            </a:p>
          </p:txBody>
        </p:sp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98E9F81D-01ED-43F0-AB5C-DDD93C38F73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6629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14</a:t>
              </a:r>
            </a:p>
          </p:txBody>
        </p: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32557E8F-4B48-4CF3-9698-72A9B922CA9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637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16</a:t>
              </a:r>
            </a:p>
          </p:txBody>
        </p:sp>
        <p:sp>
          <p:nvSpPr>
            <p:cNvPr id="237" name="TextBox 236">
              <a:extLst>
                <a:ext uri="{FF2B5EF4-FFF2-40B4-BE49-F238E27FC236}">
                  <a16:creationId xmlns:a16="http://schemas.microsoft.com/office/drawing/2014/main" id="{828F6585-500B-433C-95A9-4130F4707754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41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17</a:t>
              </a:r>
            </a:p>
          </p:txBody>
        </p:sp>
        <p:sp>
          <p:nvSpPr>
            <p:cNvPr id="238" name="TextBox 237">
              <a:extLst>
                <a:ext uri="{FF2B5EF4-FFF2-40B4-BE49-F238E27FC236}">
                  <a16:creationId xmlns:a16="http://schemas.microsoft.com/office/drawing/2014/main" id="{1D421DDC-6DA8-40F0-91FC-E642E9176F3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645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18</a:t>
              </a:r>
            </a:p>
          </p:txBody>
        </p:sp>
        <p:sp>
          <p:nvSpPr>
            <p:cNvPr id="239" name="TextBox 238">
              <a:extLst>
                <a:ext uri="{FF2B5EF4-FFF2-40B4-BE49-F238E27FC236}">
                  <a16:creationId xmlns:a16="http://schemas.microsoft.com/office/drawing/2014/main" id="{5B8CEABE-45FB-4FF8-B5BD-7131588DCE9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149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19</a:t>
              </a:r>
            </a:p>
          </p:txBody>
        </p:sp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61AFC947-C6D8-4A32-B2BB-4BDC118E39EF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653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20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D16785DF-6165-46F3-9AEF-FB625E61CA4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0157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21</a:t>
              </a:r>
            </a:p>
          </p:txBody>
        </p:sp>
        <p:sp>
          <p:nvSpPr>
            <p:cNvPr id="242" name="TextBox 241">
              <a:extLst>
                <a:ext uri="{FF2B5EF4-FFF2-40B4-BE49-F238E27FC236}">
                  <a16:creationId xmlns:a16="http://schemas.microsoft.com/office/drawing/2014/main" id="{D2B86174-351F-421E-AD33-C8D366FF9AE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0661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22</a:t>
              </a:r>
            </a:p>
          </p:txBody>
        </p:sp>
        <p:sp>
          <p:nvSpPr>
            <p:cNvPr id="243" name="TextBox 242">
              <a:extLst>
                <a:ext uri="{FF2B5EF4-FFF2-40B4-BE49-F238E27FC236}">
                  <a16:creationId xmlns:a16="http://schemas.microsoft.com/office/drawing/2014/main" id="{7367E969-F69B-4994-B056-B7701183A61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1165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23</a:t>
              </a:r>
            </a:p>
          </p:txBody>
        </p:sp>
        <p:sp>
          <p:nvSpPr>
            <p:cNvPr id="244" name="TextBox 243">
              <a:extLst>
                <a:ext uri="{FF2B5EF4-FFF2-40B4-BE49-F238E27FC236}">
                  <a16:creationId xmlns:a16="http://schemas.microsoft.com/office/drawing/2014/main" id="{3F6C4EB8-1DA6-4039-94BF-B85B8C2FB24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1669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24</a:t>
              </a:r>
            </a:p>
          </p:txBody>
        </p:sp>
        <p:sp>
          <p:nvSpPr>
            <p:cNvPr id="245" name="TextBox 244">
              <a:extLst>
                <a:ext uri="{FF2B5EF4-FFF2-40B4-BE49-F238E27FC236}">
                  <a16:creationId xmlns:a16="http://schemas.microsoft.com/office/drawing/2014/main" id="{0C20E994-995E-4805-93B3-DBDD38E3BCA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133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15</a:t>
              </a:r>
            </a:p>
          </p:txBody>
        </p:sp>
      </p:grpSp>
      <p:sp>
        <p:nvSpPr>
          <p:cNvPr id="253" name="Oval 252">
            <a:extLst>
              <a:ext uri="{FF2B5EF4-FFF2-40B4-BE49-F238E27FC236}">
                <a16:creationId xmlns:a16="http://schemas.microsoft.com/office/drawing/2014/main" id="{A83B70F7-FF10-4CF6-BCB2-75142BC8B744}"/>
              </a:ext>
            </a:extLst>
          </p:cNvPr>
          <p:cNvSpPr/>
          <p:nvPr/>
        </p:nvSpPr>
        <p:spPr>
          <a:xfrm>
            <a:off x="5796000" y="154800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4" name="Oval 253">
            <a:extLst>
              <a:ext uri="{FF2B5EF4-FFF2-40B4-BE49-F238E27FC236}">
                <a16:creationId xmlns:a16="http://schemas.microsoft.com/office/drawing/2014/main" id="{534E6EB6-A1EA-412F-8431-472C1C5731F1}"/>
              </a:ext>
            </a:extLst>
          </p:cNvPr>
          <p:cNvSpPr/>
          <p:nvPr/>
        </p:nvSpPr>
        <p:spPr>
          <a:xfrm>
            <a:off x="11844000" y="154800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CE41795D-5174-4734-A875-B5F3E4B5DD6D}"/>
              </a:ext>
            </a:extLst>
          </p:cNvPr>
          <p:cNvSpPr/>
          <p:nvPr/>
        </p:nvSpPr>
        <p:spPr>
          <a:xfrm>
            <a:off x="-1" y="540000"/>
            <a:ext cx="12168000" cy="36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63117987-2B30-43D3-9E80-563330BCDD7E}"/>
              </a:ext>
            </a:extLst>
          </p:cNvPr>
          <p:cNvSpPr/>
          <p:nvPr/>
        </p:nvSpPr>
        <p:spPr>
          <a:xfrm>
            <a:off x="-1" y="900000"/>
            <a:ext cx="12168000" cy="36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8673896E-EA97-44C2-9A6D-85EB56777A8C}"/>
              </a:ext>
            </a:extLst>
          </p:cNvPr>
          <p:cNvSpPr/>
          <p:nvPr/>
        </p:nvSpPr>
        <p:spPr>
          <a:xfrm>
            <a:off x="-1" y="1260000"/>
            <a:ext cx="12168000" cy="36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8345EDF3-49B7-43B4-A3C7-197A6289E008}"/>
              </a:ext>
            </a:extLst>
          </p:cNvPr>
          <p:cNvSpPr/>
          <p:nvPr/>
        </p:nvSpPr>
        <p:spPr>
          <a:xfrm>
            <a:off x="-1" y="1620000"/>
            <a:ext cx="12168000" cy="36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268DFF98-51DB-439C-92B6-F5C247286310}"/>
              </a:ext>
            </a:extLst>
          </p:cNvPr>
          <p:cNvSpPr/>
          <p:nvPr/>
        </p:nvSpPr>
        <p:spPr>
          <a:xfrm>
            <a:off x="-1" y="1980000"/>
            <a:ext cx="12168000" cy="36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FE3D7640-F366-4766-9717-8B3C14836F99}"/>
              </a:ext>
            </a:extLst>
          </p:cNvPr>
          <p:cNvSpPr/>
          <p:nvPr/>
        </p:nvSpPr>
        <p:spPr>
          <a:xfrm>
            <a:off x="-1" y="2340000"/>
            <a:ext cx="12168000" cy="36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F1D0A763-EABA-4EEA-8D14-6AFD29EC7BA1}"/>
              </a:ext>
            </a:extLst>
          </p:cNvPr>
          <p:cNvSpPr/>
          <p:nvPr/>
        </p:nvSpPr>
        <p:spPr>
          <a:xfrm>
            <a:off x="0" y="2700000"/>
            <a:ext cx="12168000" cy="36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EE49A29D-9957-4DBF-BB5D-A5A1ABDF6A18}"/>
              </a:ext>
            </a:extLst>
          </p:cNvPr>
          <p:cNvGrpSpPr/>
          <p:nvPr/>
        </p:nvGrpSpPr>
        <p:grpSpPr>
          <a:xfrm>
            <a:off x="0" y="3600000"/>
            <a:ext cx="12168000" cy="2916000"/>
            <a:chOff x="-1" y="360000"/>
            <a:chExt cx="12168000" cy="1476000"/>
          </a:xfrm>
        </p:grpSpPr>
        <p:sp>
          <p:nvSpPr>
            <p:cNvPr id="256" name="Rectangle 255">
              <a:extLst>
                <a:ext uri="{FF2B5EF4-FFF2-40B4-BE49-F238E27FC236}">
                  <a16:creationId xmlns:a16="http://schemas.microsoft.com/office/drawing/2014/main" id="{06B0EBC8-314F-40B7-9486-065B13741923}"/>
                </a:ext>
              </a:extLst>
            </p:cNvPr>
            <p:cNvSpPr/>
            <p:nvPr/>
          </p:nvSpPr>
          <p:spPr>
            <a:xfrm>
              <a:off x="107999" y="360000"/>
              <a:ext cx="12060000" cy="1476000"/>
            </a:xfrm>
            <a:prstGeom prst="rect">
              <a:avLst/>
            </a:prstGeom>
            <a:gradFill>
              <a:gsLst>
                <a:gs pos="70000">
                  <a:srgbClr val="A19377"/>
                </a:gs>
                <a:gs pos="30000">
                  <a:srgbClr val="A19377"/>
                </a:gs>
                <a:gs pos="0">
                  <a:srgbClr val="8D7E61"/>
                </a:gs>
                <a:gs pos="100000">
                  <a:srgbClr val="8D7E61"/>
                </a:gs>
              </a:gsLst>
              <a:lin ang="5400000" scaled="1"/>
            </a:gradFill>
            <a:ln>
              <a:solidFill>
                <a:srgbClr val="8D7E6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57" name="Rectangle 256">
              <a:extLst>
                <a:ext uri="{FF2B5EF4-FFF2-40B4-BE49-F238E27FC236}">
                  <a16:creationId xmlns:a16="http://schemas.microsoft.com/office/drawing/2014/main" id="{40D49E20-C88B-4476-9DF8-22442CF1A807}"/>
                </a:ext>
              </a:extLst>
            </p:cNvPr>
            <p:cNvSpPr/>
            <p:nvPr/>
          </p:nvSpPr>
          <p:spPr>
            <a:xfrm rot="10800000">
              <a:off x="575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58" name="Rectangle 257">
              <a:extLst>
                <a:ext uri="{FF2B5EF4-FFF2-40B4-BE49-F238E27FC236}">
                  <a16:creationId xmlns:a16="http://schemas.microsoft.com/office/drawing/2014/main" id="{480C8863-6683-473D-9BE1-0C21D811F38A}"/>
                </a:ext>
              </a:extLst>
            </p:cNvPr>
            <p:cNvSpPr/>
            <p:nvPr/>
          </p:nvSpPr>
          <p:spPr>
            <a:xfrm rot="10800000">
              <a:off x="-1" y="360000"/>
              <a:ext cx="108000" cy="1476000"/>
            </a:xfrm>
            <a:prstGeom prst="rect">
              <a:avLst/>
            </a:prstGeom>
            <a:gradFill flip="none" rotWithShape="1">
              <a:gsLst>
                <a:gs pos="48000">
                  <a:schemeClr val="bg1"/>
                </a:gs>
                <a:gs pos="69000">
                  <a:schemeClr val="bg1">
                    <a:lumMod val="65000"/>
                  </a:schemeClr>
                </a:gs>
              </a:gsLst>
              <a:lin ang="10800000" scaled="0"/>
              <a:tileRect/>
            </a:gradFill>
            <a:ln>
              <a:solidFill>
                <a:srgbClr val="8D7E6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59" name="Rectangle 258">
              <a:extLst>
                <a:ext uri="{FF2B5EF4-FFF2-40B4-BE49-F238E27FC236}">
                  <a16:creationId xmlns:a16="http://schemas.microsoft.com/office/drawing/2014/main" id="{576E0FFA-D728-4E72-A672-46E99D4DFED2}"/>
                </a:ext>
              </a:extLst>
            </p:cNvPr>
            <p:cNvSpPr/>
            <p:nvPr/>
          </p:nvSpPr>
          <p:spPr>
            <a:xfrm rot="10800000">
              <a:off x="1079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60" name="Rectangle 259">
              <a:extLst>
                <a:ext uri="{FF2B5EF4-FFF2-40B4-BE49-F238E27FC236}">
                  <a16:creationId xmlns:a16="http://schemas.microsoft.com/office/drawing/2014/main" id="{CA1BC4DA-33C2-4007-AB63-6641CED60185}"/>
                </a:ext>
              </a:extLst>
            </p:cNvPr>
            <p:cNvSpPr/>
            <p:nvPr/>
          </p:nvSpPr>
          <p:spPr>
            <a:xfrm rot="10800000">
              <a:off x="1583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61" name="Rectangle 260">
              <a:extLst>
                <a:ext uri="{FF2B5EF4-FFF2-40B4-BE49-F238E27FC236}">
                  <a16:creationId xmlns:a16="http://schemas.microsoft.com/office/drawing/2014/main" id="{6A53ED6F-E356-4872-92D2-A4F4CF1E2AC5}"/>
                </a:ext>
              </a:extLst>
            </p:cNvPr>
            <p:cNvSpPr/>
            <p:nvPr/>
          </p:nvSpPr>
          <p:spPr>
            <a:xfrm rot="10800000">
              <a:off x="2087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62" name="Rectangle 261">
              <a:extLst>
                <a:ext uri="{FF2B5EF4-FFF2-40B4-BE49-F238E27FC236}">
                  <a16:creationId xmlns:a16="http://schemas.microsoft.com/office/drawing/2014/main" id="{53BC2FE0-39F5-4FD1-9BFE-78ABDD43E068}"/>
                </a:ext>
              </a:extLst>
            </p:cNvPr>
            <p:cNvSpPr/>
            <p:nvPr/>
          </p:nvSpPr>
          <p:spPr>
            <a:xfrm rot="10800000">
              <a:off x="2591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63" name="Rectangle 262">
              <a:extLst>
                <a:ext uri="{FF2B5EF4-FFF2-40B4-BE49-F238E27FC236}">
                  <a16:creationId xmlns:a16="http://schemas.microsoft.com/office/drawing/2014/main" id="{1B5F7255-CF4F-4B1B-904F-BA6545DA454F}"/>
                </a:ext>
              </a:extLst>
            </p:cNvPr>
            <p:cNvSpPr/>
            <p:nvPr/>
          </p:nvSpPr>
          <p:spPr>
            <a:xfrm rot="10800000">
              <a:off x="3095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64" name="Rectangle 263">
              <a:extLst>
                <a:ext uri="{FF2B5EF4-FFF2-40B4-BE49-F238E27FC236}">
                  <a16:creationId xmlns:a16="http://schemas.microsoft.com/office/drawing/2014/main" id="{763AE484-D4DA-457B-91C6-26F7990278D2}"/>
                </a:ext>
              </a:extLst>
            </p:cNvPr>
            <p:cNvSpPr/>
            <p:nvPr/>
          </p:nvSpPr>
          <p:spPr>
            <a:xfrm rot="10800000">
              <a:off x="3599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65" name="Rectangle 264">
              <a:extLst>
                <a:ext uri="{FF2B5EF4-FFF2-40B4-BE49-F238E27FC236}">
                  <a16:creationId xmlns:a16="http://schemas.microsoft.com/office/drawing/2014/main" id="{3F2CDE00-3140-4600-96E6-955BAE566964}"/>
                </a:ext>
              </a:extLst>
            </p:cNvPr>
            <p:cNvSpPr/>
            <p:nvPr/>
          </p:nvSpPr>
          <p:spPr>
            <a:xfrm rot="10800000">
              <a:off x="4103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66" name="Rectangle 265">
              <a:extLst>
                <a:ext uri="{FF2B5EF4-FFF2-40B4-BE49-F238E27FC236}">
                  <a16:creationId xmlns:a16="http://schemas.microsoft.com/office/drawing/2014/main" id="{C079EFF0-C7B0-43AF-A8FA-947EC2EC72EB}"/>
                </a:ext>
              </a:extLst>
            </p:cNvPr>
            <p:cNvSpPr/>
            <p:nvPr/>
          </p:nvSpPr>
          <p:spPr>
            <a:xfrm rot="10800000">
              <a:off x="4607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F58A7A69-13AC-47BF-A06D-BA1AD26ECC36}"/>
                </a:ext>
              </a:extLst>
            </p:cNvPr>
            <p:cNvSpPr/>
            <p:nvPr/>
          </p:nvSpPr>
          <p:spPr>
            <a:xfrm rot="10800000">
              <a:off x="5111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BDF08346-686F-4DA8-A95C-68B478BC0D5A}"/>
                </a:ext>
              </a:extLst>
            </p:cNvPr>
            <p:cNvSpPr/>
            <p:nvPr/>
          </p:nvSpPr>
          <p:spPr>
            <a:xfrm rot="10800000">
              <a:off x="5615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6842D015-1A6C-43BE-BF0C-0061A2015568}"/>
                </a:ext>
              </a:extLst>
            </p:cNvPr>
            <p:cNvSpPr/>
            <p:nvPr/>
          </p:nvSpPr>
          <p:spPr>
            <a:xfrm rot="10800000">
              <a:off x="6119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85C1A073-B472-449E-BF22-CCA21DDB1750}"/>
                </a:ext>
              </a:extLst>
            </p:cNvPr>
            <p:cNvSpPr/>
            <p:nvPr/>
          </p:nvSpPr>
          <p:spPr>
            <a:xfrm rot="10800000">
              <a:off x="6623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1" name="Rectangle 270">
              <a:extLst>
                <a:ext uri="{FF2B5EF4-FFF2-40B4-BE49-F238E27FC236}">
                  <a16:creationId xmlns:a16="http://schemas.microsoft.com/office/drawing/2014/main" id="{8FEB8826-CEDD-4772-B9C5-32E1845C18C6}"/>
                </a:ext>
              </a:extLst>
            </p:cNvPr>
            <p:cNvSpPr/>
            <p:nvPr/>
          </p:nvSpPr>
          <p:spPr>
            <a:xfrm rot="10800000">
              <a:off x="7127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2" name="Rectangle 271">
              <a:extLst>
                <a:ext uri="{FF2B5EF4-FFF2-40B4-BE49-F238E27FC236}">
                  <a16:creationId xmlns:a16="http://schemas.microsoft.com/office/drawing/2014/main" id="{508B2037-BF63-4CD0-9C15-5EEBB8D7C329}"/>
                </a:ext>
              </a:extLst>
            </p:cNvPr>
            <p:cNvSpPr/>
            <p:nvPr/>
          </p:nvSpPr>
          <p:spPr>
            <a:xfrm rot="10800000">
              <a:off x="7631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3" name="Rectangle 272">
              <a:extLst>
                <a:ext uri="{FF2B5EF4-FFF2-40B4-BE49-F238E27FC236}">
                  <a16:creationId xmlns:a16="http://schemas.microsoft.com/office/drawing/2014/main" id="{90150593-8959-4CF7-9D46-5374F22FF0BC}"/>
                </a:ext>
              </a:extLst>
            </p:cNvPr>
            <p:cNvSpPr/>
            <p:nvPr/>
          </p:nvSpPr>
          <p:spPr>
            <a:xfrm rot="10800000">
              <a:off x="8135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4" name="Rectangle 273">
              <a:extLst>
                <a:ext uri="{FF2B5EF4-FFF2-40B4-BE49-F238E27FC236}">
                  <a16:creationId xmlns:a16="http://schemas.microsoft.com/office/drawing/2014/main" id="{4658AB1B-4DDF-4592-9D4E-37B0056D1E41}"/>
                </a:ext>
              </a:extLst>
            </p:cNvPr>
            <p:cNvSpPr/>
            <p:nvPr/>
          </p:nvSpPr>
          <p:spPr>
            <a:xfrm rot="10800000">
              <a:off x="8639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5" name="Rectangle 274">
              <a:extLst>
                <a:ext uri="{FF2B5EF4-FFF2-40B4-BE49-F238E27FC236}">
                  <a16:creationId xmlns:a16="http://schemas.microsoft.com/office/drawing/2014/main" id="{71F72110-53DF-4CDB-BBE5-6244134980E6}"/>
                </a:ext>
              </a:extLst>
            </p:cNvPr>
            <p:cNvSpPr/>
            <p:nvPr/>
          </p:nvSpPr>
          <p:spPr>
            <a:xfrm rot="10800000">
              <a:off x="9143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6" name="Rectangle 275">
              <a:extLst>
                <a:ext uri="{FF2B5EF4-FFF2-40B4-BE49-F238E27FC236}">
                  <a16:creationId xmlns:a16="http://schemas.microsoft.com/office/drawing/2014/main" id="{1F03468D-931B-4F5F-AB14-5D1DA1BAFB55}"/>
                </a:ext>
              </a:extLst>
            </p:cNvPr>
            <p:cNvSpPr/>
            <p:nvPr/>
          </p:nvSpPr>
          <p:spPr>
            <a:xfrm rot="10800000">
              <a:off x="9647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394F1DE7-9CC3-4A02-87CB-799627F00FA0}"/>
                </a:ext>
              </a:extLst>
            </p:cNvPr>
            <p:cNvSpPr/>
            <p:nvPr/>
          </p:nvSpPr>
          <p:spPr>
            <a:xfrm rot="10800000">
              <a:off x="10151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8" name="Rectangle 277">
              <a:extLst>
                <a:ext uri="{FF2B5EF4-FFF2-40B4-BE49-F238E27FC236}">
                  <a16:creationId xmlns:a16="http://schemas.microsoft.com/office/drawing/2014/main" id="{9E4D08B7-44CD-4915-8EC2-DEFE331BE0B8}"/>
                </a:ext>
              </a:extLst>
            </p:cNvPr>
            <p:cNvSpPr/>
            <p:nvPr/>
          </p:nvSpPr>
          <p:spPr>
            <a:xfrm rot="10800000">
              <a:off x="10655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EAADE11F-3C22-4B31-A9B9-2CAC406687CB}"/>
                </a:ext>
              </a:extLst>
            </p:cNvPr>
            <p:cNvSpPr/>
            <p:nvPr/>
          </p:nvSpPr>
          <p:spPr>
            <a:xfrm rot="10800000">
              <a:off x="11159999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0" name="Rectangle 279">
              <a:extLst>
                <a:ext uri="{FF2B5EF4-FFF2-40B4-BE49-F238E27FC236}">
                  <a16:creationId xmlns:a16="http://schemas.microsoft.com/office/drawing/2014/main" id="{C71EA98E-6583-41E3-AC9E-2617A6A8F0FC}"/>
                </a:ext>
              </a:extLst>
            </p:cNvPr>
            <p:cNvSpPr/>
            <p:nvPr/>
          </p:nvSpPr>
          <p:spPr>
            <a:xfrm rot="10800000">
              <a:off x="11664000" y="360000"/>
              <a:ext cx="54000" cy="1476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281" name="Oval 280">
            <a:extLst>
              <a:ext uri="{FF2B5EF4-FFF2-40B4-BE49-F238E27FC236}">
                <a16:creationId xmlns:a16="http://schemas.microsoft.com/office/drawing/2014/main" id="{7071CD30-DBB4-49F3-8CEA-E33FE1F9B5B3}"/>
              </a:ext>
            </a:extLst>
          </p:cNvPr>
          <p:cNvSpPr/>
          <p:nvPr/>
        </p:nvSpPr>
        <p:spPr>
          <a:xfrm>
            <a:off x="2268000" y="496800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2" name="Oval 281">
            <a:extLst>
              <a:ext uri="{FF2B5EF4-FFF2-40B4-BE49-F238E27FC236}">
                <a16:creationId xmlns:a16="http://schemas.microsoft.com/office/drawing/2014/main" id="{AE4F3425-8D97-44FF-B943-7E71D0D6114D}"/>
              </a:ext>
            </a:extLst>
          </p:cNvPr>
          <p:cNvSpPr/>
          <p:nvPr/>
        </p:nvSpPr>
        <p:spPr>
          <a:xfrm>
            <a:off x="3276000" y="496800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3" name="Oval 282">
            <a:extLst>
              <a:ext uri="{FF2B5EF4-FFF2-40B4-BE49-F238E27FC236}">
                <a16:creationId xmlns:a16="http://schemas.microsoft.com/office/drawing/2014/main" id="{78886A30-F92B-4C65-ACC6-BF34A5C7E7C4}"/>
              </a:ext>
            </a:extLst>
          </p:cNvPr>
          <p:cNvSpPr/>
          <p:nvPr/>
        </p:nvSpPr>
        <p:spPr>
          <a:xfrm>
            <a:off x="4284000" y="496800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4" name="Oval 283">
            <a:extLst>
              <a:ext uri="{FF2B5EF4-FFF2-40B4-BE49-F238E27FC236}">
                <a16:creationId xmlns:a16="http://schemas.microsoft.com/office/drawing/2014/main" id="{6B6A1A02-6E6F-4499-ADCC-DD93E2102AB3}"/>
              </a:ext>
            </a:extLst>
          </p:cNvPr>
          <p:cNvSpPr/>
          <p:nvPr/>
        </p:nvSpPr>
        <p:spPr>
          <a:xfrm>
            <a:off x="5796000" y="572400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5" name="Oval 284">
            <a:extLst>
              <a:ext uri="{FF2B5EF4-FFF2-40B4-BE49-F238E27FC236}">
                <a16:creationId xmlns:a16="http://schemas.microsoft.com/office/drawing/2014/main" id="{9BD1D455-4354-44E3-BDEC-A63BE0082D7C}"/>
              </a:ext>
            </a:extLst>
          </p:cNvPr>
          <p:cNvSpPr/>
          <p:nvPr/>
        </p:nvSpPr>
        <p:spPr>
          <a:xfrm>
            <a:off x="5796000" y="421200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6" name="Oval 285">
            <a:extLst>
              <a:ext uri="{FF2B5EF4-FFF2-40B4-BE49-F238E27FC236}">
                <a16:creationId xmlns:a16="http://schemas.microsoft.com/office/drawing/2014/main" id="{BCAAEEC3-DC8C-4AD4-9986-C0C93462FE26}"/>
              </a:ext>
            </a:extLst>
          </p:cNvPr>
          <p:cNvSpPr/>
          <p:nvPr/>
        </p:nvSpPr>
        <p:spPr>
          <a:xfrm>
            <a:off x="7306800" y="496800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7" name="Oval 286">
            <a:extLst>
              <a:ext uri="{FF2B5EF4-FFF2-40B4-BE49-F238E27FC236}">
                <a16:creationId xmlns:a16="http://schemas.microsoft.com/office/drawing/2014/main" id="{782B91B2-4ECE-4565-A7D6-C00FB7F67B70}"/>
              </a:ext>
            </a:extLst>
          </p:cNvPr>
          <p:cNvSpPr/>
          <p:nvPr/>
        </p:nvSpPr>
        <p:spPr>
          <a:xfrm>
            <a:off x="8314800" y="496800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8" name="Oval 287">
            <a:extLst>
              <a:ext uri="{FF2B5EF4-FFF2-40B4-BE49-F238E27FC236}">
                <a16:creationId xmlns:a16="http://schemas.microsoft.com/office/drawing/2014/main" id="{1153380D-6F21-418F-A132-3B3B62E5DBAF}"/>
              </a:ext>
            </a:extLst>
          </p:cNvPr>
          <p:cNvSpPr/>
          <p:nvPr/>
        </p:nvSpPr>
        <p:spPr>
          <a:xfrm>
            <a:off x="9322800" y="496800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9" name="Oval 288">
            <a:extLst>
              <a:ext uri="{FF2B5EF4-FFF2-40B4-BE49-F238E27FC236}">
                <a16:creationId xmlns:a16="http://schemas.microsoft.com/office/drawing/2014/main" id="{A49D5B42-03D5-4F5E-88C1-73BFDACD7951}"/>
              </a:ext>
            </a:extLst>
          </p:cNvPr>
          <p:cNvSpPr/>
          <p:nvPr/>
        </p:nvSpPr>
        <p:spPr>
          <a:xfrm>
            <a:off x="10332001" y="496800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90" name="Oval 289">
            <a:extLst>
              <a:ext uri="{FF2B5EF4-FFF2-40B4-BE49-F238E27FC236}">
                <a16:creationId xmlns:a16="http://schemas.microsoft.com/office/drawing/2014/main" id="{59C4A5A6-53D9-4432-92AB-F0877142C8F7}"/>
              </a:ext>
            </a:extLst>
          </p:cNvPr>
          <p:cNvSpPr/>
          <p:nvPr/>
        </p:nvSpPr>
        <p:spPr>
          <a:xfrm>
            <a:off x="11844001" y="572400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91" name="Oval 290">
            <a:extLst>
              <a:ext uri="{FF2B5EF4-FFF2-40B4-BE49-F238E27FC236}">
                <a16:creationId xmlns:a16="http://schemas.microsoft.com/office/drawing/2014/main" id="{D6D9CE5A-52F9-4036-86DE-A4CAEADBC1F7}"/>
              </a:ext>
            </a:extLst>
          </p:cNvPr>
          <p:cNvSpPr/>
          <p:nvPr/>
        </p:nvSpPr>
        <p:spPr>
          <a:xfrm>
            <a:off x="11844001" y="421200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EEBEEF08-5B16-45DD-A657-9613800B40C5}"/>
              </a:ext>
            </a:extLst>
          </p:cNvPr>
          <p:cNvGrpSpPr/>
          <p:nvPr/>
        </p:nvGrpSpPr>
        <p:grpSpPr>
          <a:xfrm>
            <a:off x="78000" y="6516000"/>
            <a:ext cx="12096000" cy="288000"/>
            <a:chOff x="77999" y="1836000"/>
            <a:chExt cx="12096000" cy="288000"/>
          </a:xfrm>
        </p:grpSpPr>
        <p:sp>
          <p:nvSpPr>
            <p:cNvPr id="293" name="TextBox 292">
              <a:extLst>
                <a:ext uri="{FF2B5EF4-FFF2-40B4-BE49-F238E27FC236}">
                  <a16:creationId xmlns:a16="http://schemas.microsoft.com/office/drawing/2014/main" id="{C70B285C-763C-4DD3-A952-36489B70E27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7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</a:t>
              </a:r>
            </a:p>
          </p:txBody>
        </p:sp>
        <p:sp>
          <p:nvSpPr>
            <p:cNvPr id="294" name="TextBox 293">
              <a:extLst>
                <a:ext uri="{FF2B5EF4-FFF2-40B4-BE49-F238E27FC236}">
                  <a16:creationId xmlns:a16="http://schemas.microsoft.com/office/drawing/2014/main" id="{B446F9F9-DFFB-4D60-A5D5-0611A5BC90E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81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</a:t>
              </a:r>
            </a:p>
          </p:txBody>
        </p:sp>
        <p:sp>
          <p:nvSpPr>
            <p:cNvPr id="295" name="TextBox 294">
              <a:extLst>
                <a:ext uri="{FF2B5EF4-FFF2-40B4-BE49-F238E27FC236}">
                  <a16:creationId xmlns:a16="http://schemas.microsoft.com/office/drawing/2014/main" id="{AFDE2B17-A15F-4439-B913-17E9180D39E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085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3</a:t>
              </a:r>
            </a:p>
          </p:txBody>
        </p:sp>
        <p:sp>
          <p:nvSpPr>
            <p:cNvPr id="296" name="TextBox 295">
              <a:extLst>
                <a:ext uri="{FF2B5EF4-FFF2-40B4-BE49-F238E27FC236}">
                  <a16:creationId xmlns:a16="http://schemas.microsoft.com/office/drawing/2014/main" id="{EE8D1F56-5847-47A0-BDC8-A07E3BCAB42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89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4</a:t>
              </a:r>
            </a:p>
          </p:txBody>
        </p:sp>
        <p:sp>
          <p:nvSpPr>
            <p:cNvPr id="297" name="TextBox 296">
              <a:extLst>
                <a:ext uri="{FF2B5EF4-FFF2-40B4-BE49-F238E27FC236}">
                  <a16:creationId xmlns:a16="http://schemas.microsoft.com/office/drawing/2014/main" id="{16EBA312-F14A-4816-8364-87F185E4D058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2093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5</a:t>
              </a:r>
            </a:p>
          </p:txBody>
        </p:sp>
        <p:sp>
          <p:nvSpPr>
            <p:cNvPr id="298" name="TextBox 297">
              <a:extLst>
                <a:ext uri="{FF2B5EF4-FFF2-40B4-BE49-F238E27FC236}">
                  <a16:creationId xmlns:a16="http://schemas.microsoft.com/office/drawing/2014/main" id="{EB99A6D0-269F-4B68-ACEA-E16FB222098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2597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6</a:t>
              </a:r>
            </a:p>
          </p:txBody>
        </p:sp>
        <p:sp>
          <p:nvSpPr>
            <p:cNvPr id="299" name="TextBox 298">
              <a:extLst>
                <a:ext uri="{FF2B5EF4-FFF2-40B4-BE49-F238E27FC236}">
                  <a16:creationId xmlns:a16="http://schemas.microsoft.com/office/drawing/2014/main" id="{EC188612-6E52-4A2E-8F4F-F41EB9A35FF4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3101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7</a:t>
              </a:r>
            </a:p>
          </p:txBody>
        </p:sp>
        <p:sp>
          <p:nvSpPr>
            <p:cNvPr id="300" name="TextBox 299">
              <a:extLst>
                <a:ext uri="{FF2B5EF4-FFF2-40B4-BE49-F238E27FC236}">
                  <a16:creationId xmlns:a16="http://schemas.microsoft.com/office/drawing/2014/main" id="{E5A7214D-6B57-4F34-9E06-70C5537B386F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3605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8</a:t>
              </a:r>
            </a:p>
          </p:txBody>
        </p:sp>
        <p:sp>
          <p:nvSpPr>
            <p:cNvPr id="301" name="TextBox 300">
              <a:extLst>
                <a:ext uri="{FF2B5EF4-FFF2-40B4-BE49-F238E27FC236}">
                  <a16:creationId xmlns:a16="http://schemas.microsoft.com/office/drawing/2014/main" id="{2688AE7D-074B-4EE4-A4F7-CDF2E69D3594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109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9</a:t>
              </a:r>
            </a:p>
          </p:txBody>
        </p:sp>
        <p:sp>
          <p:nvSpPr>
            <p:cNvPr id="302" name="TextBox 301">
              <a:extLst>
                <a:ext uri="{FF2B5EF4-FFF2-40B4-BE49-F238E27FC236}">
                  <a16:creationId xmlns:a16="http://schemas.microsoft.com/office/drawing/2014/main" id="{6F537566-291A-4609-A505-012DCC2699B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613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10</a:t>
              </a:r>
            </a:p>
          </p:txBody>
        </p:sp>
        <p:sp>
          <p:nvSpPr>
            <p:cNvPr id="303" name="TextBox 302">
              <a:extLst>
                <a:ext uri="{FF2B5EF4-FFF2-40B4-BE49-F238E27FC236}">
                  <a16:creationId xmlns:a16="http://schemas.microsoft.com/office/drawing/2014/main" id="{2BF83A5A-739A-4D9D-9620-3343863751B9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117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11</a:t>
              </a:r>
            </a:p>
          </p:txBody>
        </p:sp>
        <p:sp>
          <p:nvSpPr>
            <p:cNvPr id="304" name="TextBox 303">
              <a:extLst>
                <a:ext uri="{FF2B5EF4-FFF2-40B4-BE49-F238E27FC236}">
                  <a16:creationId xmlns:a16="http://schemas.microsoft.com/office/drawing/2014/main" id="{BCFB0E51-CCB2-4501-9DD2-FE4E4EDCE1D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621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12</a:t>
              </a:r>
            </a:p>
          </p:txBody>
        </p:sp>
        <p:sp>
          <p:nvSpPr>
            <p:cNvPr id="305" name="TextBox 304">
              <a:extLst>
                <a:ext uri="{FF2B5EF4-FFF2-40B4-BE49-F238E27FC236}">
                  <a16:creationId xmlns:a16="http://schemas.microsoft.com/office/drawing/2014/main" id="{25B67EAA-1B0A-4561-9406-4AC1EDC7DAD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6125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13</a:t>
              </a:r>
            </a:p>
          </p:txBody>
        </p:sp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B0D9C458-631E-42CA-AD79-BB1B62B30DC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6629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14</a:t>
              </a:r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DCBF9500-52CF-40E8-A1F0-7DB0628D7BC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637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16</a:t>
              </a:r>
            </a:p>
          </p:txBody>
        </p:sp>
        <p:sp>
          <p:nvSpPr>
            <p:cNvPr id="308" name="TextBox 307">
              <a:extLst>
                <a:ext uri="{FF2B5EF4-FFF2-40B4-BE49-F238E27FC236}">
                  <a16:creationId xmlns:a16="http://schemas.microsoft.com/office/drawing/2014/main" id="{D7FC4E46-174A-4248-93FB-2C3F15DE189F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141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17</a:t>
              </a:r>
            </a:p>
          </p:txBody>
        </p:sp>
        <p:sp>
          <p:nvSpPr>
            <p:cNvPr id="309" name="TextBox 308">
              <a:extLst>
                <a:ext uri="{FF2B5EF4-FFF2-40B4-BE49-F238E27FC236}">
                  <a16:creationId xmlns:a16="http://schemas.microsoft.com/office/drawing/2014/main" id="{9DD6016E-68E9-4616-A72E-10A149DECD94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8645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18</a:t>
              </a:r>
            </a:p>
          </p:txBody>
        </p:sp>
        <p:sp>
          <p:nvSpPr>
            <p:cNvPr id="310" name="TextBox 309">
              <a:extLst>
                <a:ext uri="{FF2B5EF4-FFF2-40B4-BE49-F238E27FC236}">
                  <a16:creationId xmlns:a16="http://schemas.microsoft.com/office/drawing/2014/main" id="{1B1F1090-0780-4AD9-868F-B146FEF4F77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149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19</a:t>
              </a:r>
            </a:p>
          </p:txBody>
        </p:sp>
        <p:sp>
          <p:nvSpPr>
            <p:cNvPr id="311" name="TextBox 310">
              <a:extLst>
                <a:ext uri="{FF2B5EF4-FFF2-40B4-BE49-F238E27FC236}">
                  <a16:creationId xmlns:a16="http://schemas.microsoft.com/office/drawing/2014/main" id="{F0773EF2-07A4-4AD0-AEE5-6C05ADE1425F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653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20</a:t>
              </a:r>
            </a:p>
          </p:txBody>
        </p:sp>
        <p:sp>
          <p:nvSpPr>
            <p:cNvPr id="312" name="TextBox 311">
              <a:extLst>
                <a:ext uri="{FF2B5EF4-FFF2-40B4-BE49-F238E27FC236}">
                  <a16:creationId xmlns:a16="http://schemas.microsoft.com/office/drawing/2014/main" id="{3C1BE4D6-233B-4A84-9F67-EBD7803C96A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0157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21</a:t>
              </a:r>
            </a:p>
          </p:txBody>
        </p:sp>
        <p:sp>
          <p:nvSpPr>
            <p:cNvPr id="313" name="TextBox 312">
              <a:extLst>
                <a:ext uri="{FF2B5EF4-FFF2-40B4-BE49-F238E27FC236}">
                  <a16:creationId xmlns:a16="http://schemas.microsoft.com/office/drawing/2014/main" id="{FC430936-C11E-4E28-AED2-B713C9692819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0661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22</a:t>
              </a:r>
            </a:p>
          </p:txBody>
        </p:sp>
        <p:sp>
          <p:nvSpPr>
            <p:cNvPr id="314" name="TextBox 313">
              <a:extLst>
                <a:ext uri="{FF2B5EF4-FFF2-40B4-BE49-F238E27FC236}">
                  <a16:creationId xmlns:a16="http://schemas.microsoft.com/office/drawing/2014/main" id="{1B14632A-8EDD-41F9-A761-B979A47B7C6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1165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23</a:t>
              </a:r>
            </a:p>
          </p:txBody>
        </p:sp>
        <p:sp>
          <p:nvSpPr>
            <p:cNvPr id="315" name="TextBox 314">
              <a:extLst>
                <a:ext uri="{FF2B5EF4-FFF2-40B4-BE49-F238E27FC236}">
                  <a16:creationId xmlns:a16="http://schemas.microsoft.com/office/drawing/2014/main" id="{C13E0D6F-153A-4C0A-9E7F-A26CF90B500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1669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24</a:t>
              </a:r>
            </a:p>
          </p:txBody>
        </p:sp>
        <p:sp>
          <p:nvSpPr>
            <p:cNvPr id="316" name="TextBox 315">
              <a:extLst>
                <a:ext uri="{FF2B5EF4-FFF2-40B4-BE49-F238E27FC236}">
                  <a16:creationId xmlns:a16="http://schemas.microsoft.com/office/drawing/2014/main" id="{10EA8C49-6C56-4EEF-B728-F9684A75D51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133999" y="1836000"/>
              <a:ext cx="504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en-CA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15</a:t>
              </a:r>
            </a:p>
          </p:txBody>
        </p:sp>
      </p:grpSp>
      <p:sp>
        <p:nvSpPr>
          <p:cNvPr id="317" name="Oval 316">
            <a:extLst>
              <a:ext uri="{FF2B5EF4-FFF2-40B4-BE49-F238E27FC236}">
                <a16:creationId xmlns:a16="http://schemas.microsoft.com/office/drawing/2014/main" id="{E630AFA6-23A7-4290-B3C3-2645C999C3FA}"/>
              </a:ext>
            </a:extLst>
          </p:cNvPr>
          <p:cNvSpPr/>
          <p:nvPr/>
        </p:nvSpPr>
        <p:spPr>
          <a:xfrm>
            <a:off x="5796001" y="496800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18" name="Oval 317">
            <a:extLst>
              <a:ext uri="{FF2B5EF4-FFF2-40B4-BE49-F238E27FC236}">
                <a16:creationId xmlns:a16="http://schemas.microsoft.com/office/drawing/2014/main" id="{5BAA9563-53A8-4478-8D72-9993FB2F0FA1}"/>
              </a:ext>
            </a:extLst>
          </p:cNvPr>
          <p:cNvSpPr/>
          <p:nvPr/>
        </p:nvSpPr>
        <p:spPr>
          <a:xfrm>
            <a:off x="11844001" y="496800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8D7E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F1D8CB2A-D363-4DD4-825B-200C96AAB816}"/>
              </a:ext>
            </a:extLst>
          </p:cNvPr>
          <p:cNvSpPr/>
          <p:nvPr/>
        </p:nvSpPr>
        <p:spPr>
          <a:xfrm>
            <a:off x="0" y="3780000"/>
            <a:ext cx="12168000" cy="36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61B06AA0-07F3-4E2B-AC26-C4880A84A5DA}"/>
              </a:ext>
            </a:extLst>
          </p:cNvPr>
          <p:cNvSpPr/>
          <p:nvPr/>
        </p:nvSpPr>
        <p:spPr>
          <a:xfrm>
            <a:off x="0" y="4140000"/>
            <a:ext cx="12168000" cy="36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FB73CF45-02C4-48CB-BCD5-9A7169C82BFE}"/>
              </a:ext>
            </a:extLst>
          </p:cNvPr>
          <p:cNvSpPr/>
          <p:nvPr/>
        </p:nvSpPr>
        <p:spPr>
          <a:xfrm>
            <a:off x="0" y="4500000"/>
            <a:ext cx="12168000" cy="36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90807838-4228-40AB-A698-5264D08E2CE7}"/>
              </a:ext>
            </a:extLst>
          </p:cNvPr>
          <p:cNvSpPr/>
          <p:nvPr/>
        </p:nvSpPr>
        <p:spPr>
          <a:xfrm>
            <a:off x="0" y="4860000"/>
            <a:ext cx="12168000" cy="36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1D30535A-1400-4AD9-8F36-678C41A195F0}"/>
              </a:ext>
            </a:extLst>
          </p:cNvPr>
          <p:cNvSpPr/>
          <p:nvPr/>
        </p:nvSpPr>
        <p:spPr>
          <a:xfrm>
            <a:off x="0" y="5220000"/>
            <a:ext cx="12168000" cy="36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18108872-E019-47FE-AFD2-37807E7D4CC8}"/>
              </a:ext>
            </a:extLst>
          </p:cNvPr>
          <p:cNvSpPr/>
          <p:nvPr/>
        </p:nvSpPr>
        <p:spPr>
          <a:xfrm>
            <a:off x="0" y="5580000"/>
            <a:ext cx="12168000" cy="36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6D1CE4A4-C72A-4D25-A105-E0FF3601695A}"/>
              </a:ext>
            </a:extLst>
          </p:cNvPr>
          <p:cNvSpPr/>
          <p:nvPr/>
        </p:nvSpPr>
        <p:spPr>
          <a:xfrm>
            <a:off x="1" y="5940000"/>
            <a:ext cx="12168000" cy="36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3A4CD274-8362-40DE-985B-21E41DBF54C9}"/>
              </a:ext>
            </a:extLst>
          </p:cNvPr>
          <p:cNvSpPr/>
          <p:nvPr/>
        </p:nvSpPr>
        <p:spPr>
          <a:xfrm>
            <a:off x="0" y="6300000"/>
            <a:ext cx="12168000" cy="36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</a:gsLst>
            <a:lin ang="16200000" scaled="0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7542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695</TotalTime>
  <Words>290</Words>
  <Application>Microsoft Office PowerPoint</Application>
  <PresentationFormat>Custom</PresentationFormat>
  <Paragraphs>244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Jeison Eccel</dc:creator>
  <cp:lastModifiedBy>Jeison Eccel</cp:lastModifiedBy>
  <cp:revision>26</cp:revision>
  <dcterms:created xsi:type="dcterms:W3CDTF">2020-04-27T18:31:24Z</dcterms:created>
  <dcterms:modified xsi:type="dcterms:W3CDTF">2020-04-30T13:47:03Z</dcterms:modified>
</cp:coreProperties>
</file>