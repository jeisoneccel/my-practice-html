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7632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7E61"/>
    <a:srgbClr val="A19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4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49149"/>
            <a:ext cx="9144000" cy="265731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08935"/>
            <a:ext cx="9144000" cy="1842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821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255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902875"/>
            <a:ext cx="10515600" cy="317499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107903"/>
            <a:ext cx="10515600" cy="166965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8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31853"/>
            <a:ext cx="5181600" cy="48428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31853"/>
            <a:ext cx="5181600" cy="48428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08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06371"/>
            <a:ext cx="10515600" cy="14753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871072"/>
            <a:ext cx="5157787" cy="916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788056"/>
            <a:ext cx="5157787" cy="4100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71072"/>
            <a:ext cx="5183188" cy="916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788056"/>
            <a:ext cx="5183188" cy="4100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023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23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06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847"/>
            <a:ext cx="3932237" cy="17809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98968"/>
            <a:ext cx="6172200" cy="54241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9810"/>
            <a:ext cx="3932237" cy="4242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89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847"/>
            <a:ext cx="3932237" cy="17809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98968"/>
            <a:ext cx="6172200" cy="542416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9810"/>
            <a:ext cx="3932237" cy="4242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457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307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06371"/>
            <a:ext cx="2628900" cy="64683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06371"/>
            <a:ext cx="7734300" cy="64683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09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06371"/>
            <a:ext cx="10515600" cy="1475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1853"/>
            <a:ext cx="10515600" cy="4842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074382"/>
            <a:ext cx="2743200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F6634-FFC6-4101-A02E-00F5B8544E19}" type="datetimeFigureOut">
              <a:rPr lang="en-CA" smtClean="0"/>
              <a:t>2020-04-28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074382"/>
            <a:ext cx="4114800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074382"/>
            <a:ext cx="2743200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236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9566BA-A384-4C00-A45D-34323E5D6483}"/>
              </a:ext>
            </a:extLst>
          </p:cNvPr>
          <p:cNvSpPr/>
          <p:nvPr/>
        </p:nvSpPr>
        <p:spPr>
          <a:xfrm>
            <a:off x="1733029" y="4449827"/>
            <a:ext cx="10274438" cy="25714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4AE615-670F-4311-9EE2-05E7F0A8DB7E}"/>
              </a:ext>
            </a:extLst>
          </p:cNvPr>
          <p:cNvSpPr/>
          <p:nvPr/>
        </p:nvSpPr>
        <p:spPr>
          <a:xfrm>
            <a:off x="1733029" y="3292892"/>
            <a:ext cx="10274438" cy="10172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751D5-29AD-4A29-91C6-C5AE32AEB7BF}"/>
              </a:ext>
            </a:extLst>
          </p:cNvPr>
          <p:cNvSpPr/>
          <p:nvPr/>
        </p:nvSpPr>
        <p:spPr>
          <a:xfrm>
            <a:off x="2392689" y="1503479"/>
            <a:ext cx="9446070" cy="141620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61A93-0F5F-41AB-9D37-074745EBB00B}"/>
              </a:ext>
            </a:extLst>
          </p:cNvPr>
          <p:cNvSpPr/>
          <p:nvPr/>
        </p:nvSpPr>
        <p:spPr>
          <a:xfrm>
            <a:off x="1820033" y="1503479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1442C-59CD-49F1-9EAF-2C791DFB775A}"/>
              </a:ext>
            </a:extLst>
          </p:cNvPr>
          <p:cNvSpPr/>
          <p:nvPr/>
        </p:nvSpPr>
        <p:spPr>
          <a:xfrm>
            <a:off x="1820031" y="174801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3C745-1C8A-47A8-BEAB-E1CBF4E0F476}"/>
              </a:ext>
            </a:extLst>
          </p:cNvPr>
          <p:cNvSpPr/>
          <p:nvPr/>
        </p:nvSpPr>
        <p:spPr>
          <a:xfrm>
            <a:off x="1820030" y="1992381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E4819-D729-4FA8-8423-297E6A007059}"/>
              </a:ext>
            </a:extLst>
          </p:cNvPr>
          <p:cNvSpPr/>
          <p:nvPr/>
        </p:nvSpPr>
        <p:spPr>
          <a:xfrm>
            <a:off x="1820030" y="2237172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8620B-BBED-4C53-9B90-452AE9E16707}"/>
              </a:ext>
            </a:extLst>
          </p:cNvPr>
          <p:cNvSpPr/>
          <p:nvPr/>
        </p:nvSpPr>
        <p:spPr>
          <a:xfrm>
            <a:off x="1820030" y="248078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99F543-F820-4FFE-99DD-262CE35F1100}"/>
              </a:ext>
            </a:extLst>
          </p:cNvPr>
          <p:cNvSpPr/>
          <p:nvPr/>
        </p:nvSpPr>
        <p:spPr>
          <a:xfrm>
            <a:off x="1820029" y="2733634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2E6BA5-0369-4903-9840-8A1E7EE3C23E}"/>
              </a:ext>
            </a:extLst>
          </p:cNvPr>
          <p:cNvSpPr/>
          <p:nvPr/>
        </p:nvSpPr>
        <p:spPr>
          <a:xfrm>
            <a:off x="7352355" y="2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</a:t>
            </a:r>
            <a:endParaRPr lang="en-CA" sz="11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4CAB43-ED58-448F-98C5-5E3BFF841839}"/>
              </a:ext>
            </a:extLst>
          </p:cNvPr>
          <p:cNvSpPr/>
          <p:nvPr/>
        </p:nvSpPr>
        <p:spPr>
          <a:xfrm>
            <a:off x="8516133" y="1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CHORDS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6D4595-7DFC-4A67-AD2B-43F9D6EF933A}"/>
              </a:ext>
            </a:extLst>
          </p:cNvPr>
          <p:cNvSpPr/>
          <p:nvPr/>
        </p:nvSpPr>
        <p:spPr>
          <a:xfrm>
            <a:off x="9679911" y="0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ARPEGGIOS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9C51B-8D96-401B-9166-F707930733E3}"/>
              </a:ext>
            </a:extLst>
          </p:cNvPr>
          <p:cNvSpPr/>
          <p:nvPr/>
        </p:nvSpPr>
        <p:spPr>
          <a:xfrm>
            <a:off x="10843689" y="2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 PROGRESSION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866865-DC9F-4D6F-A610-C791D77E924D}"/>
              </a:ext>
            </a:extLst>
          </p:cNvPr>
          <p:cNvSpPr/>
          <p:nvPr/>
        </p:nvSpPr>
        <p:spPr>
          <a:xfrm>
            <a:off x="4050612" y="2721281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</a:t>
            </a:r>
            <a:endParaRPr lang="en-CA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C0F76A-EB54-4D86-9966-34E7C2D16B7F}"/>
              </a:ext>
            </a:extLst>
          </p:cNvPr>
          <p:cNvSpPr/>
          <p:nvPr/>
        </p:nvSpPr>
        <p:spPr>
          <a:xfrm>
            <a:off x="4774740" y="2724009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</a:t>
            </a:r>
            <a:endParaRPr lang="en-CA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7B03DD-41A1-4402-941B-7893DD7AED00}"/>
              </a:ext>
            </a:extLst>
          </p:cNvPr>
          <p:cNvSpPr/>
          <p:nvPr/>
        </p:nvSpPr>
        <p:spPr>
          <a:xfrm>
            <a:off x="5257791" y="2733635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756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# STRINGS: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6 strings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AA5CD-F3F9-4E34-BF7A-FC112E202803}"/>
              </a:ext>
            </a:extLst>
          </p:cNvPr>
          <p:cNvSpPr/>
          <p:nvPr/>
        </p:nvSpPr>
        <p:spPr>
          <a:xfrm>
            <a:off x="193903" y="202631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Major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E8763-CB06-4D3B-82D2-572CEAC451BD}"/>
              </a:ext>
            </a:extLst>
          </p:cNvPr>
          <p:cNvSpPr/>
          <p:nvPr/>
        </p:nvSpPr>
        <p:spPr>
          <a:xfrm>
            <a:off x="182026" y="261229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3 notes per String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ROOT NOTE: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8202F-DD35-4F60-8942-0A6BE1551CB9}"/>
              </a:ext>
            </a:extLst>
          </p:cNvPr>
          <p:cNvSpPr txBox="1"/>
          <p:nvPr/>
        </p:nvSpPr>
        <p:spPr>
          <a:xfrm>
            <a:off x="112055" y="1783259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SCALE: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757C92-B885-460C-8556-971999B62C74}"/>
              </a:ext>
            </a:extLst>
          </p:cNvPr>
          <p:cNvSpPr txBox="1"/>
          <p:nvPr/>
        </p:nvSpPr>
        <p:spPr>
          <a:xfrm>
            <a:off x="112055" y="2343697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PATTERN: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0C40345E-7218-4AEB-A15D-F7F381C18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698236"/>
              </p:ext>
            </p:extLst>
          </p:nvPr>
        </p:nvGraphicFramePr>
        <p:xfrm>
          <a:off x="1823928" y="3622319"/>
          <a:ext cx="100242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382604860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90309573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710649396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337847444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013261313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6452233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8240096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544674589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169980525"/>
                    </a:ext>
                  </a:extLst>
                </a:gridCol>
              </a:tblGrid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INTERVAL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517296"/>
                  </a:ext>
                </a:extLst>
              </a:tr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9908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3" y="684605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 MAJOR</a:t>
            </a:r>
            <a:endParaRPr lang="en-CA" sz="12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E70BCD-95C2-43A4-A418-65E5A6A54093}"/>
              </a:ext>
            </a:extLst>
          </p:cNvPr>
          <p:cNvSpPr/>
          <p:nvPr/>
        </p:nvSpPr>
        <p:spPr>
          <a:xfrm>
            <a:off x="193902" y="315113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B514F1-9CDB-412F-8667-4124426139AC}"/>
              </a:ext>
            </a:extLst>
          </p:cNvPr>
          <p:cNvSpPr txBox="1"/>
          <p:nvPr/>
        </p:nvSpPr>
        <p:spPr>
          <a:xfrm>
            <a:off x="115953" y="2897760"/>
            <a:ext cx="564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BLOCK: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6D03A1-8B50-4D97-AE5E-D0B8EEF2A219}"/>
              </a:ext>
            </a:extLst>
          </p:cNvPr>
          <p:cNvSpPr/>
          <p:nvPr/>
        </p:nvSpPr>
        <p:spPr>
          <a:xfrm>
            <a:off x="1829399" y="4855882"/>
            <a:ext cx="10018729" cy="1954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Descending: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88B06-704A-471E-B872-36D592698D52}"/>
              </a:ext>
            </a:extLst>
          </p:cNvPr>
          <p:cNvSpPr txBox="1"/>
          <p:nvPr/>
        </p:nvSpPr>
        <p:spPr>
          <a:xfrm>
            <a:off x="1823927" y="4536353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Tab:</a:t>
            </a:r>
            <a:endParaRPr lang="en-CA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DA093-52A6-4E0E-847D-FF66ED1F9F89}"/>
              </a:ext>
            </a:extLst>
          </p:cNvPr>
          <p:cNvSpPr txBox="1"/>
          <p:nvPr/>
        </p:nvSpPr>
        <p:spPr>
          <a:xfrm>
            <a:off x="1823927" y="3338159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Scale: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E8731E-ABC3-4399-B56B-B462A5A01855}"/>
              </a:ext>
            </a:extLst>
          </p:cNvPr>
          <p:cNvSpPr txBox="1"/>
          <p:nvPr/>
        </p:nvSpPr>
        <p:spPr>
          <a:xfrm>
            <a:off x="1746983" y="1213668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Tuning: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282402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9566BA-A384-4C00-A45D-34323E5D6483}"/>
              </a:ext>
            </a:extLst>
          </p:cNvPr>
          <p:cNvSpPr/>
          <p:nvPr/>
        </p:nvSpPr>
        <p:spPr>
          <a:xfrm>
            <a:off x="1733029" y="4449827"/>
            <a:ext cx="10274438" cy="25714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4AE615-670F-4311-9EE2-05E7F0A8DB7E}"/>
              </a:ext>
            </a:extLst>
          </p:cNvPr>
          <p:cNvSpPr/>
          <p:nvPr/>
        </p:nvSpPr>
        <p:spPr>
          <a:xfrm>
            <a:off x="1733029" y="3292892"/>
            <a:ext cx="10274438" cy="10172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751D5-29AD-4A29-91C6-C5AE32AEB7BF}"/>
              </a:ext>
            </a:extLst>
          </p:cNvPr>
          <p:cNvSpPr/>
          <p:nvPr/>
        </p:nvSpPr>
        <p:spPr>
          <a:xfrm>
            <a:off x="2392689" y="1503479"/>
            <a:ext cx="9446070" cy="141620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61A93-0F5F-41AB-9D37-074745EBB00B}"/>
              </a:ext>
            </a:extLst>
          </p:cNvPr>
          <p:cNvSpPr/>
          <p:nvPr/>
        </p:nvSpPr>
        <p:spPr>
          <a:xfrm>
            <a:off x="1820033" y="1503479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1442C-59CD-49F1-9EAF-2C791DFB775A}"/>
              </a:ext>
            </a:extLst>
          </p:cNvPr>
          <p:cNvSpPr/>
          <p:nvPr/>
        </p:nvSpPr>
        <p:spPr>
          <a:xfrm>
            <a:off x="1820031" y="174801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3C745-1C8A-47A8-BEAB-E1CBF4E0F476}"/>
              </a:ext>
            </a:extLst>
          </p:cNvPr>
          <p:cNvSpPr/>
          <p:nvPr/>
        </p:nvSpPr>
        <p:spPr>
          <a:xfrm>
            <a:off x="1820030" y="1992381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E4819-D729-4FA8-8423-297E6A007059}"/>
              </a:ext>
            </a:extLst>
          </p:cNvPr>
          <p:cNvSpPr/>
          <p:nvPr/>
        </p:nvSpPr>
        <p:spPr>
          <a:xfrm>
            <a:off x="1820030" y="2237172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8620B-BBED-4C53-9B90-452AE9E16707}"/>
              </a:ext>
            </a:extLst>
          </p:cNvPr>
          <p:cNvSpPr/>
          <p:nvPr/>
        </p:nvSpPr>
        <p:spPr>
          <a:xfrm>
            <a:off x="1820030" y="248078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99F543-F820-4FFE-99DD-262CE35F1100}"/>
              </a:ext>
            </a:extLst>
          </p:cNvPr>
          <p:cNvSpPr/>
          <p:nvPr/>
        </p:nvSpPr>
        <p:spPr>
          <a:xfrm>
            <a:off x="1820029" y="2733634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2E6BA5-0369-4903-9840-8A1E7EE3C23E}"/>
              </a:ext>
            </a:extLst>
          </p:cNvPr>
          <p:cNvSpPr/>
          <p:nvPr/>
        </p:nvSpPr>
        <p:spPr>
          <a:xfrm>
            <a:off x="7352355" y="2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4CAB43-ED58-448F-98C5-5E3BFF841839}"/>
              </a:ext>
            </a:extLst>
          </p:cNvPr>
          <p:cNvSpPr/>
          <p:nvPr/>
        </p:nvSpPr>
        <p:spPr>
          <a:xfrm>
            <a:off x="8516133" y="1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CHORDS</a:t>
            </a:r>
            <a:endParaRPr lang="en-CA" sz="11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6D4595-7DFC-4A67-AD2B-43F9D6EF933A}"/>
              </a:ext>
            </a:extLst>
          </p:cNvPr>
          <p:cNvSpPr/>
          <p:nvPr/>
        </p:nvSpPr>
        <p:spPr>
          <a:xfrm>
            <a:off x="9679911" y="0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ARPEGGIOS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9C51B-8D96-401B-9166-F707930733E3}"/>
              </a:ext>
            </a:extLst>
          </p:cNvPr>
          <p:cNvSpPr/>
          <p:nvPr/>
        </p:nvSpPr>
        <p:spPr>
          <a:xfrm>
            <a:off x="10843689" y="2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 PROGRESSION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866865-DC9F-4D6F-A610-C791D77E924D}"/>
              </a:ext>
            </a:extLst>
          </p:cNvPr>
          <p:cNvSpPr/>
          <p:nvPr/>
        </p:nvSpPr>
        <p:spPr>
          <a:xfrm>
            <a:off x="2867345" y="2202972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</a:t>
            </a:r>
            <a:endParaRPr lang="en-CA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C0F76A-EB54-4D86-9966-34E7C2D16B7F}"/>
              </a:ext>
            </a:extLst>
          </p:cNvPr>
          <p:cNvSpPr/>
          <p:nvPr/>
        </p:nvSpPr>
        <p:spPr>
          <a:xfrm>
            <a:off x="3189950" y="2412386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7B03DD-41A1-4402-941B-7893DD7AED00}"/>
              </a:ext>
            </a:extLst>
          </p:cNvPr>
          <p:cNvSpPr/>
          <p:nvPr/>
        </p:nvSpPr>
        <p:spPr>
          <a:xfrm>
            <a:off x="2485060" y="1738182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756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# STRINGS: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6 strings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AA5CD-F3F9-4E34-BF7A-FC112E202803}"/>
              </a:ext>
            </a:extLst>
          </p:cNvPr>
          <p:cNvSpPr/>
          <p:nvPr/>
        </p:nvSpPr>
        <p:spPr>
          <a:xfrm>
            <a:off x="193903" y="202631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Major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E8763-CB06-4D3B-82D2-572CEAC451BD}"/>
              </a:ext>
            </a:extLst>
          </p:cNvPr>
          <p:cNvSpPr/>
          <p:nvPr/>
        </p:nvSpPr>
        <p:spPr>
          <a:xfrm>
            <a:off x="182026" y="261229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3 notes per String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ROOT NOTE: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8202F-DD35-4F60-8942-0A6BE1551CB9}"/>
              </a:ext>
            </a:extLst>
          </p:cNvPr>
          <p:cNvSpPr txBox="1"/>
          <p:nvPr/>
        </p:nvSpPr>
        <p:spPr>
          <a:xfrm>
            <a:off x="112055" y="1783259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TYPE: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757C92-B885-460C-8556-971999B62C74}"/>
              </a:ext>
            </a:extLst>
          </p:cNvPr>
          <p:cNvSpPr txBox="1"/>
          <p:nvPr/>
        </p:nvSpPr>
        <p:spPr>
          <a:xfrm>
            <a:off x="112055" y="2343697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PATTERN: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0C40345E-7218-4AEB-A15D-F7F381C18B53}"/>
              </a:ext>
            </a:extLst>
          </p:cNvPr>
          <p:cNvGraphicFramePr>
            <a:graphicFrameLocks noGrp="1"/>
          </p:cNvGraphicFramePr>
          <p:nvPr/>
        </p:nvGraphicFramePr>
        <p:xfrm>
          <a:off x="1823928" y="3622319"/>
          <a:ext cx="100242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382604860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90309573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710649396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337847444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013261313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6452233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8240096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544674589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169980525"/>
                    </a:ext>
                  </a:extLst>
                </a:gridCol>
              </a:tblGrid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INTERVAL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517296"/>
                  </a:ext>
                </a:extLst>
              </a:tr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9908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3" y="684605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 MAJOR</a:t>
            </a:r>
            <a:endParaRPr lang="en-CA" sz="12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E70BCD-95C2-43A4-A418-65E5A6A54093}"/>
              </a:ext>
            </a:extLst>
          </p:cNvPr>
          <p:cNvSpPr/>
          <p:nvPr/>
        </p:nvSpPr>
        <p:spPr>
          <a:xfrm>
            <a:off x="193902" y="315113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Ionian</a:t>
            </a:r>
            <a:endParaRPr lang="en-CA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B514F1-9CDB-412F-8667-4124426139AC}"/>
              </a:ext>
            </a:extLst>
          </p:cNvPr>
          <p:cNvSpPr txBox="1"/>
          <p:nvPr/>
        </p:nvSpPr>
        <p:spPr>
          <a:xfrm>
            <a:off x="115953" y="2897760"/>
            <a:ext cx="5533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MODE: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6D03A1-8B50-4D97-AE5E-D0B8EEF2A219}"/>
              </a:ext>
            </a:extLst>
          </p:cNvPr>
          <p:cNvSpPr/>
          <p:nvPr/>
        </p:nvSpPr>
        <p:spPr>
          <a:xfrm>
            <a:off x="1829399" y="4855882"/>
            <a:ext cx="10018729" cy="1954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Descending: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88B06-704A-471E-B872-36D592698D52}"/>
              </a:ext>
            </a:extLst>
          </p:cNvPr>
          <p:cNvSpPr txBox="1"/>
          <p:nvPr/>
        </p:nvSpPr>
        <p:spPr>
          <a:xfrm>
            <a:off x="1823927" y="4536353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Tab:</a:t>
            </a:r>
            <a:endParaRPr lang="en-CA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DA093-52A6-4E0E-847D-FF66ED1F9F89}"/>
              </a:ext>
            </a:extLst>
          </p:cNvPr>
          <p:cNvSpPr txBox="1"/>
          <p:nvPr/>
        </p:nvSpPr>
        <p:spPr>
          <a:xfrm>
            <a:off x="1823927" y="3338159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Scale: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E8731E-ABC3-4399-B56B-B462A5A01855}"/>
              </a:ext>
            </a:extLst>
          </p:cNvPr>
          <p:cNvSpPr txBox="1"/>
          <p:nvPr/>
        </p:nvSpPr>
        <p:spPr>
          <a:xfrm>
            <a:off x="1746983" y="1213668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Tuning: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558516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E4D86-DAAE-4212-B42D-12BA17D58791}"/>
              </a:ext>
            </a:extLst>
          </p:cNvPr>
          <p:cNvSpPr/>
          <p:nvPr/>
        </p:nvSpPr>
        <p:spPr>
          <a:xfrm>
            <a:off x="485193" y="783771"/>
            <a:ext cx="11221614" cy="1390391"/>
          </a:xfrm>
          <a:prstGeom prst="rect">
            <a:avLst/>
          </a:prstGeom>
          <a:gradFill>
            <a:gsLst>
              <a:gs pos="70000">
                <a:srgbClr val="A19377"/>
              </a:gs>
              <a:gs pos="30000">
                <a:srgbClr val="A19377"/>
              </a:gs>
              <a:gs pos="0">
                <a:srgbClr val="8D7E61"/>
              </a:gs>
              <a:gs pos="100000">
                <a:srgbClr val="8D7E61"/>
              </a:gs>
            </a:gsLst>
            <a:lin ang="5400000" scaled="1"/>
          </a:gra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B459C-DE6A-4444-9B1D-1FF3E1E168CD}"/>
              </a:ext>
            </a:extLst>
          </p:cNvPr>
          <p:cNvSpPr/>
          <p:nvPr/>
        </p:nvSpPr>
        <p:spPr>
          <a:xfrm rot="5400000">
            <a:off x="219209" y="1441647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274E49-DF6F-448B-874B-FFCCFC231D31}"/>
              </a:ext>
            </a:extLst>
          </p:cNvPr>
          <p:cNvSpPr/>
          <p:nvPr/>
        </p:nvSpPr>
        <p:spPr>
          <a:xfrm rot="5400000">
            <a:off x="685741" y="1441646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FD32C-EDAE-415E-AC5A-D776A1BA31F7}"/>
              </a:ext>
            </a:extLst>
          </p:cNvPr>
          <p:cNvSpPr/>
          <p:nvPr/>
        </p:nvSpPr>
        <p:spPr>
          <a:xfrm rot="5400000">
            <a:off x="1152273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140800-D4BA-405A-A2EC-6D2F70AAB968}"/>
              </a:ext>
            </a:extLst>
          </p:cNvPr>
          <p:cNvSpPr/>
          <p:nvPr/>
        </p:nvSpPr>
        <p:spPr>
          <a:xfrm rot="5400000">
            <a:off x="1618805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7FAB07-A214-4CF5-BF35-23BEC0291BC0}"/>
              </a:ext>
            </a:extLst>
          </p:cNvPr>
          <p:cNvSpPr/>
          <p:nvPr/>
        </p:nvSpPr>
        <p:spPr>
          <a:xfrm rot="5400000">
            <a:off x="2085337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E3F940-4B4D-4E23-A487-7B529996685B}"/>
              </a:ext>
            </a:extLst>
          </p:cNvPr>
          <p:cNvSpPr/>
          <p:nvPr/>
        </p:nvSpPr>
        <p:spPr>
          <a:xfrm rot="5400000">
            <a:off x="2551869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D4E3AB-8B6B-4507-8A04-BD0A926CDB6A}"/>
              </a:ext>
            </a:extLst>
          </p:cNvPr>
          <p:cNvSpPr/>
          <p:nvPr/>
        </p:nvSpPr>
        <p:spPr>
          <a:xfrm rot="5400000">
            <a:off x="3018401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79700A-E7FA-48AF-9B4D-7C67A4559580}"/>
              </a:ext>
            </a:extLst>
          </p:cNvPr>
          <p:cNvSpPr/>
          <p:nvPr/>
        </p:nvSpPr>
        <p:spPr>
          <a:xfrm rot="5400000">
            <a:off x="3484934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44B19A-A57B-4BC1-A9AE-8667D99219E7}"/>
              </a:ext>
            </a:extLst>
          </p:cNvPr>
          <p:cNvSpPr/>
          <p:nvPr/>
        </p:nvSpPr>
        <p:spPr>
          <a:xfrm rot="5400000">
            <a:off x="3951467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4FB4D7-9A41-46AA-B301-02A6EB271569}"/>
              </a:ext>
            </a:extLst>
          </p:cNvPr>
          <p:cNvSpPr/>
          <p:nvPr/>
        </p:nvSpPr>
        <p:spPr>
          <a:xfrm rot="5400000">
            <a:off x="4417999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64961B-C85C-4E8B-B82A-1640EEDFEB0D}"/>
              </a:ext>
            </a:extLst>
          </p:cNvPr>
          <p:cNvSpPr/>
          <p:nvPr/>
        </p:nvSpPr>
        <p:spPr>
          <a:xfrm rot="5400000">
            <a:off x="4884531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865AD4-B157-49D9-BDBA-C450C6476BAE}"/>
              </a:ext>
            </a:extLst>
          </p:cNvPr>
          <p:cNvSpPr/>
          <p:nvPr/>
        </p:nvSpPr>
        <p:spPr>
          <a:xfrm rot="5400000">
            <a:off x="5351063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5BED00-54CC-4B77-905B-5DE535347270}"/>
              </a:ext>
            </a:extLst>
          </p:cNvPr>
          <p:cNvSpPr/>
          <p:nvPr/>
        </p:nvSpPr>
        <p:spPr>
          <a:xfrm>
            <a:off x="2467956" y="139965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D7F7A02-70FC-4E27-978B-32D2FE79CF63}"/>
              </a:ext>
            </a:extLst>
          </p:cNvPr>
          <p:cNvSpPr/>
          <p:nvPr/>
        </p:nvSpPr>
        <p:spPr>
          <a:xfrm>
            <a:off x="3401020" y="139965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16BDC1-0E8A-46A5-B55F-56D4762A4B9F}"/>
              </a:ext>
            </a:extLst>
          </p:cNvPr>
          <p:cNvSpPr/>
          <p:nvPr/>
        </p:nvSpPr>
        <p:spPr>
          <a:xfrm>
            <a:off x="4334086" y="139965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662301-2275-4860-A684-527A230B9D09}"/>
              </a:ext>
            </a:extLst>
          </p:cNvPr>
          <p:cNvSpPr/>
          <p:nvPr/>
        </p:nvSpPr>
        <p:spPr>
          <a:xfrm>
            <a:off x="5738355" y="165469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6DC168-23C2-4546-B3BC-069544FEF1E5}"/>
              </a:ext>
            </a:extLst>
          </p:cNvPr>
          <p:cNvSpPr/>
          <p:nvPr/>
        </p:nvSpPr>
        <p:spPr>
          <a:xfrm>
            <a:off x="5738355" y="113992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BB5310-664D-49D8-AF11-8BEF3CEF3AD9}"/>
              </a:ext>
            </a:extLst>
          </p:cNvPr>
          <p:cNvSpPr/>
          <p:nvPr/>
        </p:nvSpPr>
        <p:spPr>
          <a:xfrm rot="5400000">
            <a:off x="-247323" y="1441644"/>
            <a:ext cx="1390390" cy="74642"/>
          </a:xfrm>
          <a:prstGeom prst="rect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ACD919-C716-4F2D-B9E4-E42AB823008D}"/>
              </a:ext>
            </a:extLst>
          </p:cNvPr>
          <p:cNvSpPr/>
          <p:nvPr/>
        </p:nvSpPr>
        <p:spPr>
          <a:xfrm rot="5400000">
            <a:off x="5817595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616342-17CD-4C11-9DAF-86E4BA3678D5}"/>
              </a:ext>
            </a:extLst>
          </p:cNvPr>
          <p:cNvSpPr/>
          <p:nvPr/>
        </p:nvSpPr>
        <p:spPr>
          <a:xfrm rot="5400000">
            <a:off x="6284127" y="1441707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4111CA-739B-48ED-8B1E-23F99E88AD4F}"/>
              </a:ext>
            </a:extLst>
          </p:cNvPr>
          <p:cNvSpPr/>
          <p:nvPr/>
        </p:nvSpPr>
        <p:spPr>
          <a:xfrm rot="5400000">
            <a:off x="6750659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A14CE8-4031-4B2C-A7FE-CA15A2F379FF}"/>
              </a:ext>
            </a:extLst>
          </p:cNvPr>
          <p:cNvSpPr/>
          <p:nvPr/>
        </p:nvSpPr>
        <p:spPr>
          <a:xfrm rot="5400000">
            <a:off x="7217191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6A75E7-A8D2-4AA9-B4D3-46BEB3EDDE0B}"/>
              </a:ext>
            </a:extLst>
          </p:cNvPr>
          <p:cNvSpPr/>
          <p:nvPr/>
        </p:nvSpPr>
        <p:spPr>
          <a:xfrm rot="5400000">
            <a:off x="7683723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8A0438-459F-4C93-B804-CA63910B57F7}"/>
              </a:ext>
            </a:extLst>
          </p:cNvPr>
          <p:cNvSpPr/>
          <p:nvPr/>
        </p:nvSpPr>
        <p:spPr>
          <a:xfrm rot="5400000">
            <a:off x="8150255" y="144164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37C24C-8E5E-47C6-A7BB-BAF1D6321DC0}"/>
              </a:ext>
            </a:extLst>
          </p:cNvPr>
          <p:cNvSpPr/>
          <p:nvPr/>
        </p:nvSpPr>
        <p:spPr>
          <a:xfrm rot="5400000">
            <a:off x="8616787" y="144158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51FDB4-D2BC-4FA6-802B-0ACD9F59A178}"/>
              </a:ext>
            </a:extLst>
          </p:cNvPr>
          <p:cNvSpPr/>
          <p:nvPr/>
        </p:nvSpPr>
        <p:spPr>
          <a:xfrm rot="5400000">
            <a:off x="9083319" y="144158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88901D-4A9A-4637-BB96-C310F6459216}"/>
              </a:ext>
            </a:extLst>
          </p:cNvPr>
          <p:cNvSpPr/>
          <p:nvPr/>
        </p:nvSpPr>
        <p:spPr>
          <a:xfrm rot="5400000">
            <a:off x="9549851" y="144158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DE0ECD-CF94-407C-9B03-A2BEA5023B63}"/>
              </a:ext>
            </a:extLst>
          </p:cNvPr>
          <p:cNvSpPr/>
          <p:nvPr/>
        </p:nvSpPr>
        <p:spPr>
          <a:xfrm rot="5400000">
            <a:off x="10016383" y="144158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3B80C2-98F1-4687-B663-8A3F144C2681}"/>
              </a:ext>
            </a:extLst>
          </p:cNvPr>
          <p:cNvSpPr/>
          <p:nvPr/>
        </p:nvSpPr>
        <p:spPr>
          <a:xfrm rot="5400000">
            <a:off x="10482914" y="1441584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FD59CEB-EED6-4986-BAA0-F073F3CC4C5E}"/>
              </a:ext>
            </a:extLst>
          </p:cNvPr>
          <p:cNvSpPr/>
          <p:nvPr/>
        </p:nvSpPr>
        <p:spPr>
          <a:xfrm>
            <a:off x="7133277" y="139959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227BED0-FB4F-4AC5-B886-C2993D8A4EB1}"/>
              </a:ext>
            </a:extLst>
          </p:cNvPr>
          <p:cNvSpPr/>
          <p:nvPr/>
        </p:nvSpPr>
        <p:spPr>
          <a:xfrm>
            <a:off x="8071008" y="139959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50BA37F-8438-4A7D-879E-0D27A7C3EA82}"/>
              </a:ext>
            </a:extLst>
          </p:cNvPr>
          <p:cNvSpPr/>
          <p:nvPr/>
        </p:nvSpPr>
        <p:spPr>
          <a:xfrm>
            <a:off x="9013412" y="139959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3C5164D-E84A-4B0D-905F-0AE3C40562D1}"/>
              </a:ext>
            </a:extLst>
          </p:cNvPr>
          <p:cNvSpPr/>
          <p:nvPr/>
        </p:nvSpPr>
        <p:spPr>
          <a:xfrm>
            <a:off x="9932469" y="139959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E1FCBBD-E98F-46C2-BFC8-58977D8C6E15}"/>
              </a:ext>
            </a:extLst>
          </p:cNvPr>
          <p:cNvSpPr/>
          <p:nvPr/>
        </p:nvSpPr>
        <p:spPr>
          <a:xfrm>
            <a:off x="11350740" y="165469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C8929E0-CF40-4889-A488-8DF5BFA293B8}"/>
              </a:ext>
            </a:extLst>
          </p:cNvPr>
          <p:cNvSpPr/>
          <p:nvPr/>
        </p:nvSpPr>
        <p:spPr>
          <a:xfrm>
            <a:off x="11350740" y="113992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3DF92C-A70C-4969-A260-015CC3D508DE}"/>
              </a:ext>
            </a:extLst>
          </p:cNvPr>
          <p:cNvSpPr/>
          <p:nvPr/>
        </p:nvSpPr>
        <p:spPr>
          <a:xfrm>
            <a:off x="416597" y="926387"/>
            <a:ext cx="11308677" cy="4931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32B9B9D-9C1E-486F-8A4F-839D2BD0BF5C}"/>
              </a:ext>
            </a:extLst>
          </p:cNvPr>
          <p:cNvSpPr/>
          <p:nvPr/>
        </p:nvSpPr>
        <p:spPr>
          <a:xfrm>
            <a:off x="416597" y="1267925"/>
            <a:ext cx="11308677" cy="4931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D5D626-A89F-4A97-97F2-37C96984B52F}"/>
              </a:ext>
            </a:extLst>
          </p:cNvPr>
          <p:cNvSpPr/>
          <p:nvPr/>
        </p:nvSpPr>
        <p:spPr>
          <a:xfrm>
            <a:off x="416597" y="1626774"/>
            <a:ext cx="11308677" cy="4931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98EBB4-3722-482A-8546-85F642FE293A}"/>
              </a:ext>
            </a:extLst>
          </p:cNvPr>
          <p:cNvSpPr/>
          <p:nvPr/>
        </p:nvSpPr>
        <p:spPr>
          <a:xfrm>
            <a:off x="416596" y="1983102"/>
            <a:ext cx="11308677" cy="4931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D4FE47A-ABBA-4334-9342-F0868A05FCC2}"/>
              </a:ext>
            </a:extLst>
          </p:cNvPr>
          <p:cNvSpPr/>
          <p:nvPr/>
        </p:nvSpPr>
        <p:spPr>
          <a:xfrm>
            <a:off x="485193" y="2858277"/>
            <a:ext cx="11221614" cy="1390391"/>
          </a:xfrm>
          <a:prstGeom prst="rect">
            <a:avLst/>
          </a:prstGeom>
          <a:gradFill>
            <a:gsLst>
              <a:gs pos="70000">
                <a:srgbClr val="A19377"/>
              </a:gs>
              <a:gs pos="30000">
                <a:srgbClr val="A19377"/>
              </a:gs>
              <a:gs pos="0">
                <a:srgbClr val="8D7E61"/>
              </a:gs>
              <a:gs pos="100000">
                <a:srgbClr val="8D7E61"/>
              </a:gs>
            </a:gsLst>
            <a:lin ang="5400000" scaled="1"/>
          </a:gra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16FE12-F33F-41D7-8716-271D3360DD97}"/>
              </a:ext>
            </a:extLst>
          </p:cNvPr>
          <p:cNvSpPr/>
          <p:nvPr/>
        </p:nvSpPr>
        <p:spPr>
          <a:xfrm rot="5400000">
            <a:off x="219209" y="3516153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B519032-7A61-4CFF-9B6B-552909F71D33}"/>
              </a:ext>
            </a:extLst>
          </p:cNvPr>
          <p:cNvSpPr/>
          <p:nvPr/>
        </p:nvSpPr>
        <p:spPr>
          <a:xfrm rot="5400000">
            <a:off x="685741" y="3516152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448B5D4-2A47-4BE5-A17B-3BE1F875EB47}"/>
              </a:ext>
            </a:extLst>
          </p:cNvPr>
          <p:cNvSpPr/>
          <p:nvPr/>
        </p:nvSpPr>
        <p:spPr>
          <a:xfrm rot="5400000">
            <a:off x="1152273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F2A53E3-C990-4E99-BCC2-6E83052446B3}"/>
              </a:ext>
            </a:extLst>
          </p:cNvPr>
          <p:cNvSpPr/>
          <p:nvPr/>
        </p:nvSpPr>
        <p:spPr>
          <a:xfrm rot="5400000">
            <a:off x="1618805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5C7390-034D-47D5-BCB2-A331FA44C4B7}"/>
              </a:ext>
            </a:extLst>
          </p:cNvPr>
          <p:cNvSpPr/>
          <p:nvPr/>
        </p:nvSpPr>
        <p:spPr>
          <a:xfrm rot="5400000">
            <a:off x="2085337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392A286-E267-4DB4-99BD-821C399B97EE}"/>
              </a:ext>
            </a:extLst>
          </p:cNvPr>
          <p:cNvSpPr/>
          <p:nvPr/>
        </p:nvSpPr>
        <p:spPr>
          <a:xfrm rot="5400000">
            <a:off x="2551869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93AB8B-5B5A-4F52-86BE-E10E6859590D}"/>
              </a:ext>
            </a:extLst>
          </p:cNvPr>
          <p:cNvSpPr/>
          <p:nvPr/>
        </p:nvSpPr>
        <p:spPr>
          <a:xfrm rot="5400000">
            <a:off x="3018401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A4A50D4-3055-4E6E-85B2-634D4CC4FB11}"/>
              </a:ext>
            </a:extLst>
          </p:cNvPr>
          <p:cNvSpPr/>
          <p:nvPr/>
        </p:nvSpPr>
        <p:spPr>
          <a:xfrm rot="5400000">
            <a:off x="3484934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0CAFEFB-A073-44F4-B0D8-28336AE0772C}"/>
              </a:ext>
            </a:extLst>
          </p:cNvPr>
          <p:cNvSpPr/>
          <p:nvPr/>
        </p:nvSpPr>
        <p:spPr>
          <a:xfrm rot="5400000">
            <a:off x="3951467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28F35A0-02C4-4383-9AA6-3B1E3DE1ED71}"/>
              </a:ext>
            </a:extLst>
          </p:cNvPr>
          <p:cNvSpPr/>
          <p:nvPr/>
        </p:nvSpPr>
        <p:spPr>
          <a:xfrm rot="5400000">
            <a:off x="4417999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5A6FDE8-7AA9-4B4A-9A83-B70969834092}"/>
              </a:ext>
            </a:extLst>
          </p:cNvPr>
          <p:cNvSpPr/>
          <p:nvPr/>
        </p:nvSpPr>
        <p:spPr>
          <a:xfrm rot="5400000">
            <a:off x="4884531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BEA5A16-0C2E-4E07-A0F3-3DD1B760C455}"/>
              </a:ext>
            </a:extLst>
          </p:cNvPr>
          <p:cNvSpPr/>
          <p:nvPr/>
        </p:nvSpPr>
        <p:spPr>
          <a:xfrm rot="5400000">
            <a:off x="5351063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1B024C3-2A30-4A6C-A0C9-6BC4AB56A169}"/>
              </a:ext>
            </a:extLst>
          </p:cNvPr>
          <p:cNvSpPr/>
          <p:nvPr/>
        </p:nvSpPr>
        <p:spPr>
          <a:xfrm>
            <a:off x="2467956" y="347416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4CAE883-7176-430B-B839-4458F8187C89}"/>
              </a:ext>
            </a:extLst>
          </p:cNvPr>
          <p:cNvSpPr/>
          <p:nvPr/>
        </p:nvSpPr>
        <p:spPr>
          <a:xfrm>
            <a:off x="3401020" y="347416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AC1589C-AF96-453A-A46F-9FFBBD15EA64}"/>
              </a:ext>
            </a:extLst>
          </p:cNvPr>
          <p:cNvSpPr/>
          <p:nvPr/>
        </p:nvSpPr>
        <p:spPr>
          <a:xfrm>
            <a:off x="4334086" y="347416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844969D-87CE-46A9-AFA0-1E5AF3D29F24}"/>
              </a:ext>
            </a:extLst>
          </p:cNvPr>
          <p:cNvSpPr/>
          <p:nvPr/>
        </p:nvSpPr>
        <p:spPr>
          <a:xfrm>
            <a:off x="5738355" y="3729197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548D9A0-5ADA-401E-857F-A061499F2D38}"/>
              </a:ext>
            </a:extLst>
          </p:cNvPr>
          <p:cNvSpPr/>
          <p:nvPr/>
        </p:nvSpPr>
        <p:spPr>
          <a:xfrm>
            <a:off x="5738355" y="3214427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D6CEC71-854A-4DB0-B47F-AAC7F778A2B3}"/>
              </a:ext>
            </a:extLst>
          </p:cNvPr>
          <p:cNvSpPr/>
          <p:nvPr/>
        </p:nvSpPr>
        <p:spPr>
          <a:xfrm rot="5400000">
            <a:off x="-247323" y="3516150"/>
            <a:ext cx="1390390" cy="74642"/>
          </a:xfrm>
          <a:prstGeom prst="rect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AB7605-131C-4116-9A6A-B500471D6264}"/>
              </a:ext>
            </a:extLst>
          </p:cNvPr>
          <p:cNvSpPr/>
          <p:nvPr/>
        </p:nvSpPr>
        <p:spPr>
          <a:xfrm rot="5400000">
            <a:off x="5817595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3F8C8A4-DFEC-4E3B-A571-64EA723022AB}"/>
              </a:ext>
            </a:extLst>
          </p:cNvPr>
          <p:cNvSpPr/>
          <p:nvPr/>
        </p:nvSpPr>
        <p:spPr>
          <a:xfrm rot="5400000">
            <a:off x="6284127" y="3516213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2D63BCB-90AB-4987-937B-A974135C97FF}"/>
              </a:ext>
            </a:extLst>
          </p:cNvPr>
          <p:cNvSpPr/>
          <p:nvPr/>
        </p:nvSpPr>
        <p:spPr>
          <a:xfrm rot="5400000">
            <a:off x="6750659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B99B5C1-EA02-4E44-882E-491B8F53B193}"/>
              </a:ext>
            </a:extLst>
          </p:cNvPr>
          <p:cNvSpPr/>
          <p:nvPr/>
        </p:nvSpPr>
        <p:spPr>
          <a:xfrm rot="5400000">
            <a:off x="7217191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E55991E-C09F-49D0-9A06-9341E4C9C95C}"/>
              </a:ext>
            </a:extLst>
          </p:cNvPr>
          <p:cNvSpPr/>
          <p:nvPr/>
        </p:nvSpPr>
        <p:spPr>
          <a:xfrm rot="5400000">
            <a:off x="7683723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6465BA4-B8BD-4A30-8C74-3B711359C101}"/>
              </a:ext>
            </a:extLst>
          </p:cNvPr>
          <p:cNvSpPr/>
          <p:nvPr/>
        </p:nvSpPr>
        <p:spPr>
          <a:xfrm rot="5400000">
            <a:off x="8150255" y="351615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A6A1E5D-CA0A-41B1-9715-47A670C8F262}"/>
              </a:ext>
            </a:extLst>
          </p:cNvPr>
          <p:cNvSpPr/>
          <p:nvPr/>
        </p:nvSpPr>
        <p:spPr>
          <a:xfrm rot="5400000">
            <a:off x="8616787" y="351609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0D8F3FA-103E-431C-9CE8-C387E6645DF6}"/>
              </a:ext>
            </a:extLst>
          </p:cNvPr>
          <p:cNvSpPr/>
          <p:nvPr/>
        </p:nvSpPr>
        <p:spPr>
          <a:xfrm rot="5400000">
            <a:off x="9083319" y="351609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6118B61-4175-445E-9F80-0A164915BB65}"/>
              </a:ext>
            </a:extLst>
          </p:cNvPr>
          <p:cNvSpPr/>
          <p:nvPr/>
        </p:nvSpPr>
        <p:spPr>
          <a:xfrm rot="5400000">
            <a:off x="9549851" y="351609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4146E4D-6752-4887-B440-6BBBA782FD64}"/>
              </a:ext>
            </a:extLst>
          </p:cNvPr>
          <p:cNvSpPr/>
          <p:nvPr/>
        </p:nvSpPr>
        <p:spPr>
          <a:xfrm rot="5400000">
            <a:off x="10016383" y="351609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761C8C5-C766-4D7C-88B3-7ED24F1F04A7}"/>
              </a:ext>
            </a:extLst>
          </p:cNvPr>
          <p:cNvSpPr/>
          <p:nvPr/>
        </p:nvSpPr>
        <p:spPr>
          <a:xfrm rot="5400000">
            <a:off x="10482914" y="351609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24F746D-A1A5-4E9C-9F5D-9B482EC5383B}"/>
              </a:ext>
            </a:extLst>
          </p:cNvPr>
          <p:cNvSpPr/>
          <p:nvPr/>
        </p:nvSpPr>
        <p:spPr>
          <a:xfrm>
            <a:off x="7133277" y="347410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3F185B1-C5B0-484E-8E5E-BC42D9A51CE4}"/>
              </a:ext>
            </a:extLst>
          </p:cNvPr>
          <p:cNvSpPr/>
          <p:nvPr/>
        </p:nvSpPr>
        <p:spPr>
          <a:xfrm>
            <a:off x="8071008" y="347410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131A522-F461-44B4-90D9-B2BCF9B2FACC}"/>
              </a:ext>
            </a:extLst>
          </p:cNvPr>
          <p:cNvSpPr/>
          <p:nvPr/>
        </p:nvSpPr>
        <p:spPr>
          <a:xfrm>
            <a:off x="9013412" y="347410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6CDAC98-0C3C-4810-A3A0-A3C3DAE7D5C5}"/>
              </a:ext>
            </a:extLst>
          </p:cNvPr>
          <p:cNvSpPr/>
          <p:nvPr/>
        </p:nvSpPr>
        <p:spPr>
          <a:xfrm>
            <a:off x="9932469" y="347410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848F144-1523-4E15-9C9E-246C31868315}"/>
              </a:ext>
            </a:extLst>
          </p:cNvPr>
          <p:cNvSpPr/>
          <p:nvPr/>
        </p:nvSpPr>
        <p:spPr>
          <a:xfrm>
            <a:off x="11350740" y="3729197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A239B35-9B31-4DF4-BDAD-06174D5E73BB}"/>
              </a:ext>
            </a:extLst>
          </p:cNvPr>
          <p:cNvSpPr/>
          <p:nvPr/>
        </p:nvSpPr>
        <p:spPr>
          <a:xfrm>
            <a:off x="11350740" y="3214427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C311175-16F1-4DCD-9680-69CEA76B4A8A}"/>
              </a:ext>
            </a:extLst>
          </p:cNvPr>
          <p:cNvSpPr/>
          <p:nvPr/>
        </p:nvSpPr>
        <p:spPr>
          <a:xfrm>
            <a:off x="416595" y="3017283"/>
            <a:ext cx="11308677" cy="504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8FACDA4-B3D6-4483-A1EB-69BDFAE54C63}"/>
              </a:ext>
            </a:extLst>
          </p:cNvPr>
          <p:cNvSpPr/>
          <p:nvPr/>
        </p:nvSpPr>
        <p:spPr>
          <a:xfrm>
            <a:off x="420776" y="3278227"/>
            <a:ext cx="11308677" cy="504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E7B92A4-C50B-4B93-A1BB-C552B2175E51}"/>
              </a:ext>
            </a:extLst>
          </p:cNvPr>
          <p:cNvSpPr/>
          <p:nvPr/>
        </p:nvSpPr>
        <p:spPr>
          <a:xfrm>
            <a:off x="421470" y="3531961"/>
            <a:ext cx="11308677" cy="504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04A3B03-5C99-4C0F-AFBB-32DE05584718}"/>
              </a:ext>
            </a:extLst>
          </p:cNvPr>
          <p:cNvSpPr/>
          <p:nvPr/>
        </p:nvSpPr>
        <p:spPr>
          <a:xfrm>
            <a:off x="421470" y="3792794"/>
            <a:ext cx="11308677" cy="504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2C3D5EA-E189-4085-A9D1-D150151A238C}"/>
              </a:ext>
            </a:extLst>
          </p:cNvPr>
          <p:cNvSpPr/>
          <p:nvPr/>
        </p:nvSpPr>
        <p:spPr>
          <a:xfrm>
            <a:off x="421164" y="4052794"/>
            <a:ext cx="11308677" cy="504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60A6BDF-4484-46A7-B2F3-E4C38CDE927B}"/>
              </a:ext>
            </a:extLst>
          </p:cNvPr>
          <p:cNvSpPr/>
          <p:nvPr/>
        </p:nvSpPr>
        <p:spPr>
          <a:xfrm>
            <a:off x="485193" y="5239995"/>
            <a:ext cx="11221614" cy="1390391"/>
          </a:xfrm>
          <a:prstGeom prst="rect">
            <a:avLst/>
          </a:prstGeom>
          <a:gradFill>
            <a:gsLst>
              <a:gs pos="70000">
                <a:srgbClr val="A19377"/>
              </a:gs>
              <a:gs pos="30000">
                <a:srgbClr val="A19377"/>
              </a:gs>
              <a:gs pos="0">
                <a:srgbClr val="8D7E61"/>
              </a:gs>
              <a:gs pos="100000">
                <a:srgbClr val="8D7E61"/>
              </a:gs>
            </a:gsLst>
            <a:lin ang="5400000" scaled="1"/>
          </a:gra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FA4B69B-15D7-4A27-A25F-95A86A0E19DD}"/>
              </a:ext>
            </a:extLst>
          </p:cNvPr>
          <p:cNvSpPr/>
          <p:nvPr/>
        </p:nvSpPr>
        <p:spPr>
          <a:xfrm rot="5400000">
            <a:off x="219209" y="5897871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27D3521-4331-4402-965A-24756CF37FC9}"/>
              </a:ext>
            </a:extLst>
          </p:cNvPr>
          <p:cNvSpPr/>
          <p:nvPr/>
        </p:nvSpPr>
        <p:spPr>
          <a:xfrm rot="5400000">
            <a:off x="685741" y="5897870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03962C8-3B46-4552-860B-2EF7E20F5828}"/>
              </a:ext>
            </a:extLst>
          </p:cNvPr>
          <p:cNvSpPr/>
          <p:nvPr/>
        </p:nvSpPr>
        <p:spPr>
          <a:xfrm rot="5400000">
            <a:off x="1152273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06E3E38-22F3-4CCA-9B4D-2C070B852A56}"/>
              </a:ext>
            </a:extLst>
          </p:cNvPr>
          <p:cNvSpPr/>
          <p:nvPr/>
        </p:nvSpPr>
        <p:spPr>
          <a:xfrm rot="5400000">
            <a:off x="1618805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0BE57A7-99B7-4958-A4A1-017763386C93}"/>
              </a:ext>
            </a:extLst>
          </p:cNvPr>
          <p:cNvSpPr/>
          <p:nvPr/>
        </p:nvSpPr>
        <p:spPr>
          <a:xfrm rot="5400000">
            <a:off x="2085337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A81B668-C558-407B-B2C0-AFCCA43BBC20}"/>
              </a:ext>
            </a:extLst>
          </p:cNvPr>
          <p:cNvSpPr/>
          <p:nvPr/>
        </p:nvSpPr>
        <p:spPr>
          <a:xfrm rot="5400000">
            <a:off x="2551869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8F9045E-6A58-4384-9612-A44D772FA817}"/>
              </a:ext>
            </a:extLst>
          </p:cNvPr>
          <p:cNvSpPr/>
          <p:nvPr/>
        </p:nvSpPr>
        <p:spPr>
          <a:xfrm rot="5400000">
            <a:off x="3018401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EF9E477-F7F0-4D18-9DA0-1C26F479C996}"/>
              </a:ext>
            </a:extLst>
          </p:cNvPr>
          <p:cNvSpPr/>
          <p:nvPr/>
        </p:nvSpPr>
        <p:spPr>
          <a:xfrm rot="5400000">
            <a:off x="3484934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C1C42F7-158C-4638-9EA2-176E244F9B03}"/>
              </a:ext>
            </a:extLst>
          </p:cNvPr>
          <p:cNvSpPr/>
          <p:nvPr/>
        </p:nvSpPr>
        <p:spPr>
          <a:xfrm rot="5400000">
            <a:off x="3951467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E43E207-FFDE-4AD9-9D83-892E783E5DD1}"/>
              </a:ext>
            </a:extLst>
          </p:cNvPr>
          <p:cNvSpPr/>
          <p:nvPr/>
        </p:nvSpPr>
        <p:spPr>
          <a:xfrm rot="5400000">
            <a:off x="4417999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4B531E2-38A2-4EA3-8ABF-A74378E34F9A}"/>
              </a:ext>
            </a:extLst>
          </p:cNvPr>
          <p:cNvSpPr/>
          <p:nvPr/>
        </p:nvSpPr>
        <p:spPr>
          <a:xfrm rot="5400000">
            <a:off x="4884531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02288B-24EE-408B-9381-A38B43B3523F}"/>
              </a:ext>
            </a:extLst>
          </p:cNvPr>
          <p:cNvSpPr/>
          <p:nvPr/>
        </p:nvSpPr>
        <p:spPr>
          <a:xfrm rot="5400000">
            <a:off x="5351063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F13508E-88CE-462F-A168-991B3854741C}"/>
              </a:ext>
            </a:extLst>
          </p:cNvPr>
          <p:cNvSpPr/>
          <p:nvPr/>
        </p:nvSpPr>
        <p:spPr>
          <a:xfrm>
            <a:off x="2467956" y="585587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8F4F604-0475-447E-AA6C-16CC09019DE4}"/>
              </a:ext>
            </a:extLst>
          </p:cNvPr>
          <p:cNvSpPr/>
          <p:nvPr/>
        </p:nvSpPr>
        <p:spPr>
          <a:xfrm>
            <a:off x="3401020" y="585587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C0E2AB6-1FCC-4D8F-9BB0-1FD852205A42}"/>
              </a:ext>
            </a:extLst>
          </p:cNvPr>
          <p:cNvSpPr/>
          <p:nvPr/>
        </p:nvSpPr>
        <p:spPr>
          <a:xfrm>
            <a:off x="4334086" y="585587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EECB10A-DF66-46C3-ABD9-03E544D6FA70}"/>
              </a:ext>
            </a:extLst>
          </p:cNvPr>
          <p:cNvSpPr/>
          <p:nvPr/>
        </p:nvSpPr>
        <p:spPr>
          <a:xfrm>
            <a:off x="5738355" y="611091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7B59AE8-7E2F-441C-9A60-F673E8687928}"/>
              </a:ext>
            </a:extLst>
          </p:cNvPr>
          <p:cNvSpPr/>
          <p:nvPr/>
        </p:nvSpPr>
        <p:spPr>
          <a:xfrm>
            <a:off x="5738355" y="559614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C3082BD-9A02-48A0-99CE-FCC29CCA38E1}"/>
              </a:ext>
            </a:extLst>
          </p:cNvPr>
          <p:cNvSpPr/>
          <p:nvPr/>
        </p:nvSpPr>
        <p:spPr>
          <a:xfrm rot="5400000">
            <a:off x="-247323" y="5897868"/>
            <a:ext cx="1390390" cy="74642"/>
          </a:xfrm>
          <a:prstGeom prst="rect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E99A53B-8589-4732-B892-6FA9FC9F7F52}"/>
              </a:ext>
            </a:extLst>
          </p:cNvPr>
          <p:cNvSpPr/>
          <p:nvPr/>
        </p:nvSpPr>
        <p:spPr>
          <a:xfrm rot="5400000">
            <a:off x="5817595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978FFC6-275B-440A-8816-C6372C8250F3}"/>
              </a:ext>
            </a:extLst>
          </p:cNvPr>
          <p:cNvSpPr/>
          <p:nvPr/>
        </p:nvSpPr>
        <p:spPr>
          <a:xfrm rot="5400000">
            <a:off x="6284127" y="5897931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91683AA-71A9-4CC2-88C8-FC3838D47EC4}"/>
              </a:ext>
            </a:extLst>
          </p:cNvPr>
          <p:cNvSpPr/>
          <p:nvPr/>
        </p:nvSpPr>
        <p:spPr>
          <a:xfrm rot="5400000">
            <a:off x="6750659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4DBE631-9CE6-4A63-A173-97A64D517C8D}"/>
              </a:ext>
            </a:extLst>
          </p:cNvPr>
          <p:cNvSpPr/>
          <p:nvPr/>
        </p:nvSpPr>
        <p:spPr>
          <a:xfrm rot="5400000">
            <a:off x="7217191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AD85C16-65A8-42FA-B7BF-A5862033D2BE}"/>
              </a:ext>
            </a:extLst>
          </p:cNvPr>
          <p:cNvSpPr/>
          <p:nvPr/>
        </p:nvSpPr>
        <p:spPr>
          <a:xfrm rot="5400000">
            <a:off x="7683723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33BC678-B6F9-4A1E-AB4C-D347B115A00F}"/>
              </a:ext>
            </a:extLst>
          </p:cNvPr>
          <p:cNvSpPr/>
          <p:nvPr/>
        </p:nvSpPr>
        <p:spPr>
          <a:xfrm rot="5400000">
            <a:off x="8150255" y="589786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8362C62-86AB-45A1-8235-2D01FBD54F11}"/>
              </a:ext>
            </a:extLst>
          </p:cNvPr>
          <p:cNvSpPr/>
          <p:nvPr/>
        </p:nvSpPr>
        <p:spPr>
          <a:xfrm rot="5400000">
            <a:off x="8616787" y="589780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A91B421-EFD6-4E0A-93DE-2E0D2A72517B}"/>
              </a:ext>
            </a:extLst>
          </p:cNvPr>
          <p:cNvSpPr/>
          <p:nvPr/>
        </p:nvSpPr>
        <p:spPr>
          <a:xfrm rot="5400000">
            <a:off x="9083319" y="589780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99DBB3D-F817-46A6-A373-2FB618ED5F5E}"/>
              </a:ext>
            </a:extLst>
          </p:cNvPr>
          <p:cNvSpPr/>
          <p:nvPr/>
        </p:nvSpPr>
        <p:spPr>
          <a:xfrm rot="5400000">
            <a:off x="9549851" y="589780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D251682-5E84-454A-A6FF-A72A4CD588B3}"/>
              </a:ext>
            </a:extLst>
          </p:cNvPr>
          <p:cNvSpPr/>
          <p:nvPr/>
        </p:nvSpPr>
        <p:spPr>
          <a:xfrm rot="5400000">
            <a:off x="10016383" y="589780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269CDAC-CE52-4FAA-9999-15CBA2063723}"/>
              </a:ext>
            </a:extLst>
          </p:cNvPr>
          <p:cNvSpPr/>
          <p:nvPr/>
        </p:nvSpPr>
        <p:spPr>
          <a:xfrm rot="5400000">
            <a:off x="10482914" y="5897808"/>
            <a:ext cx="1390390" cy="74642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B8A629B7-0D2F-4C32-B258-026FB5A94E89}"/>
              </a:ext>
            </a:extLst>
          </p:cNvPr>
          <p:cNvSpPr/>
          <p:nvPr/>
        </p:nvSpPr>
        <p:spPr>
          <a:xfrm>
            <a:off x="7133277" y="585581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00E678A6-221D-4209-930D-78686B15A5C7}"/>
              </a:ext>
            </a:extLst>
          </p:cNvPr>
          <p:cNvSpPr/>
          <p:nvPr/>
        </p:nvSpPr>
        <p:spPr>
          <a:xfrm>
            <a:off x="8071008" y="585581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02E1F622-C53A-4E75-8281-16B3196746C8}"/>
              </a:ext>
            </a:extLst>
          </p:cNvPr>
          <p:cNvSpPr/>
          <p:nvPr/>
        </p:nvSpPr>
        <p:spPr>
          <a:xfrm>
            <a:off x="9013412" y="585581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43D974A-B46D-466F-BBD2-FACE32A0328B}"/>
              </a:ext>
            </a:extLst>
          </p:cNvPr>
          <p:cNvSpPr/>
          <p:nvPr/>
        </p:nvSpPr>
        <p:spPr>
          <a:xfrm>
            <a:off x="9932469" y="585581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7108826-4FE5-4808-93B7-3BD870CCCEE1}"/>
              </a:ext>
            </a:extLst>
          </p:cNvPr>
          <p:cNvSpPr/>
          <p:nvPr/>
        </p:nvSpPr>
        <p:spPr>
          <a:xfrm>
            <a:off x="11350740" y="611091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F53CB0A3-913A-4EFE-8A63-05DEC2E65CB4}"/>
              </a:ext>
            </a:extLst>
          </p:cNvPr>
          <p:cNvSpPr/>
          <p:nvPr/>
        </p:nvSpPr>
        <p:spPr>
          <a:xfrm>
            <a:off x="11350740" y="559614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2A2DB42-AFA0-4CFC-9B59-A50C6B612534}"/>
              </a:ext>
            </a:extLst>
          </p:cNvPr>
          <p:cNvSpPr/>
          <p:nvPr/>
        </p:nvSpPr>
        <p:spPr>
          <a:xfrm>
            <a:off x="421164" y="5287433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678452B-DBF0-474E-ADB3-2A5C8FE3C335}"/>
              </a:ext>
            </a:extLst>
          </p:cNvPr>
          <p:cNvSpPr/>
          <p:nvPr/>
        </p:nvSpPr>
        <p:spPr>
          <a:xfrm>
            <a:off x="416595" y="5523312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56D5551-79CA-45A2-A982-0AAC7B2DE651}"/>
              </a:ext>
            </a:extLst>
          </p:cNvPr>
          <p:cNvSpPr/>
          <p:nvPr/>
        </p:nvSpPr>
        <p:spPr>
          <a:xfrm>
            <a:off x="420776" y="5777523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E0E5342-176E-4200-B457-38EA39312E07}"/>
              </a:ext>
            </a:extLst>
          </p:cNvPr>
          <p:cNvSpPr/>
          <p:nvPr/>
        </p:nvSpPr>
        <p:spPr>
          <a:xfrm>
            <a:off x="420775" y="6061727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2D65784-037A-4FCF-8F4F-C4ADCC463AC2}"/>
              </a:ext>
            </a:extLst>
          </p:cNvPr>
          <p:cNvSpPr/>
          <p:nvPr/>
        </p:nvSpPr>
        <p:spPr>
          <a:xfrm>
            <a:off x="421470" y="6316823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CA296A-8A62-4FC3-991E-C6F591956BBE}"/>
              </a:ext>
            </a:extLst>
          </p:cNvPr>
          <p:cNvSpPr/>
          <p:nvPr/>
        </p:nvSpPr>
        <p:spPr>
          <a:xfrm>
            <a:off x="420775" y="6523128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585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B80E66-E229-487A-8BE8-674D38FE6CD5}"/>
              </a:ext>
            </a:extLst>
          </p:cNvPr>
          <p:cNvGrpSpPr/>
          <p:nvPr/>
        </p:nvGrpSpPr>
        <p:grpSpPr>
          <a:xfrm>
            <a:off x="326575" y="973041"/>
            <a:ext cx="11296256" cy="1723506"/>
            <a:chOff x="326575" y="1181117"/>
            <a:chExt cx="11296256" cy="1390513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60A6BDF-4484-46A7-B2F3-E4C38CDE927B}"/>
                </a:ext>
              </a:extLst>
            </p:cNvPr>
            <p:cNvSpPr/>
            <p:nvPr/>
          </p:nvSpPr>
          <p:spPr>
            <a:xfrm>
              <a:off x="401217" y="1181178"/>
              <a:ext cx="11221614" cy="1390391"/>
            </a:xfrm>
            <a:prstGeom prst="rect">
              <a:avLst/>
            </a:prstGeom>
            <a:gradFill>
              <a:gsLst>
                <a:gs pos="70000">
                  <a:srgbClr val="A19377"/>
                </a:gs>
                <a:gs pos="30000">
                  <a:srgbClr val="A19377"/>
                </a:gs>
                <a:gs pos="0">
                  <a:srgbClr val="8D7E61"/>
                </a:gs>
                <a:gs pos="100000">
                  <a:srgbClr val="8D7E61"/>
                </a:gs>
              </a:gsLst>
              <a:lin ang="5400000" scaled="1"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FA4B69B-15D7-4A27-A25F-95A86A0E19DD}"/>
                </a:ext>
              </a:extLst>
            </p:cNvPr>
            <p:cNvSpPr/>
            <p:nvPr/>
          </p:nvSpPr>
          <p:spPr>
            <a:xfrm rot="5400000">
              <a:off x="135233" y="1839054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27D3521-4331-4402-965A-24756CF37FC9}"/>
                </a:ext>
              </a:extLst>
            </p:cNvPr>
            <p:cNvSpPr/>
            <p:nvPr/>
          </p:nvSpPr>
          <p:spPr>
            <a:xfrm rot="5400000">
              <a:off x="601765" y="1839053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03962C8-3B46-4552-860B-2EF7E20F5828}"/>
                </a:ext>
              </a:extLst>
            </p:cNvPr>
            <p:cNvSpPr/>
            <p:nvPr/>
          </p:nvSpPr>
          <p:spPr>
            <a:xfrm rot="5400000">
              <a:off x="1068297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06E3E38-22F3-4CCA-9B4D-2C070B852A56}"/>
                </a:ext>
              </a:extLst>
            </p:cNvPr>
            <p:cNvSpPr/>
            <p:nvPr/>
          </p:nvSpPr>
          <p:spPr>
            <a:xfrm rot="5400000">
              <a:off x="1534829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0BE57A7-99B7-4958-A4A1-017763386C93}"/>
                </a:ext>
              </a:extLst>
            </p:cNvPr>
            <p:cNvSpPr/>
            <p:nvPr/>
          </p:nvSpPr>
          <p:spPr>
            <a:xfrm rot="5400000">
              <a:off x="2001361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A81B668-C558-407B-B2C0-AFCCA43BBC20}"/>
                </a:ext>
              </a:extLst>
            </p:cNvPr>
            <p:cNvSpPr/>
            <p:nvPr/>
          </p:nvSpPr>
          <p:spPr>
            <a:xfrm rot="5400000">
              <a:off x="2467893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8F9045E-6A58-4384-9612-A44D772FA817}"/>
                </a:ext>
              </a:extLst>
            </p:cNvPr>
            <p:cNvSpPr/>
            <p:nvPr/>
          </p:nvSpPr>
          <p:spPr>
            <a:xfrm rot="5400000">
              <a:off x="2934425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EF9E477-F7F0-4D18-9DA0-1C26F479C996}"/>
                </a:ext>
              </a:extLst>
            </p:cNvPr>
            <p:cNvSpPr/>
            <p:nvPr/>
          </p:nvSpPr>
          <p:spPr>
            <a:xfrm rot="5400000">
              <a:off x="3400958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C1C42F7-158C-4638-9EA2-176E244F9B03}"/>
                </a:ext>
              </a:extLst>
            </p:cNvPr>
            <p:cNvSpPr/>
            <p:nvPr/>
          </p:nvSpPr>
          <p:spPr>
            <a:xfrm rot="5400000">
              <a:off x="3867491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E43E207-FFDE-4AD9-9D83-892E783E5DD1}"/>
                </a:ext>
              </a:extLst>
            </p:cNvPr>
            <p:cNvSpPr/>
            <p:nvPr/>
          </p:nvSpPr>
          <p:spPr>
            <a:xfrm rot="5400000">
              <a:off x="4334023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4B531E2-38A2-4EA3-8ABF-A74378E34F9A}"/>
                </a:ext>
              </a:extLst>
            </p:cNvPr>
            <p:cNvSpPr/>
            <p:nvPr/>
          </p:nvSpPr>
          <p:spPr>
            <a:xfrm rot="5400000">
              <a:off x="4800555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D02288B-24EE-408B-9381-A38B43B3523F}"/>
                </a:ext>
              </a:extLst>
            </p:cNvPr>
            <p:cNvSpPr/>
            <p:nvPr/>
          </p:nvSpPr>
          <p:spPr>
            <a:xfrm rot="5400000">
              <a:off x="5267087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C3082BD-9A02-48A0-99CE-FCC29CCA38E1}"/>
                </a:ext>
              </a:extLst>
            </p:cNvPr>
            <p:cNvSpPr/>
            <p:nvPr/>
          </p:nvSpPr>
          <p:spPr>
            <a:xfrm rot="5400000">
              <a:off x="-331299" y="1839051"/>
              <a:ext cx="1390390" cy="7464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E99A53B-8589-4732-B892-6FA9FC9F7F52}"/>
                </a:ext>
              </a:extLst>
            </p:cNvPr>
            <p:cNvSpPr/>
            <p:nvPr/>
          </p:nvSpPr>
          <p:spPr>
            <a:xfrm rot="5400000">
              <a:off x="5733619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978FFC6-275B-440A-8816-C6372C8250F3}"/>
                </a:ext>
              </a:extLst>
            </p:cNvPr>
            <p:cNvSpPr/>
            <p:nvPr/>
          </p:nvSpPr>
          <p:spPr>
            <a:xfrm rot="5400000">
              <a:off x="6200151" y="1839114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91683AA-71A9-4CC2-88C8-FC3838D47EC4}"/>
                </a:ext>
              </a:extLst>
            </p:cNvPr>
            <p:cNvSpPr/>
            <p:nvPr/>
          </p:nvSpPr>
          <p:spPr>
            <a:xfrm rot="5400000">
              <a:off x="6666683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4DBE631-9CE6-4A63-A173-97A64D517C8D}"/>
                </a:ext>
              </a:extLst>
            </p:cNvPr>
            <p:cNvSpPr/>
            <p:nvPr/>
          </p:nvSpPr>
          <p:spPr>
            <a:xfrm rot="5400000">
              <a:off x="7133215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AD85C16-65A8-42FA-B7BF-A5862033D2BE}"/>
                </a:ext>
              </a:extLst>
            </p:cNvPr>
            <p:cNvSpPr/>
            <p:nvPr/>
          </p:nvSpPr>
          <p:spPr>
            <a:xfrm rot="5400000">
              <a:off x="7599747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33BC678-B6F9-4A1E-AB4C-D347B115A00F}"/>
                </a:ext>
              </a:extLst>
            </p:cNvPr>
            <p:cNvSpPr/>
            <p:nvPr/>
          </p:nvSpPr>
          <p:spPr>
            <a:xfrm rot="5400000">
              <a:off x="8066279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8362C62-86AB-45A1-8235-2D01FBD54F11}"/>
                </a:ext>
              </a:extLst>
            </p:cNvPr>
            <p:cNvSpPr/>
            <p:nvPr/>
          </p:nvSpPr>
          <p:spPr>
            <a:xfrm rot="5400000">
              <a:off x="8532811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A91B421-EFD6-4E0A-93DE-2E0D2A72517B}"/>
                </a:ext>
              </a:extLst>
            </p:cNvPr>
            <p:cNvSpPr/>
            <p:nvPr/>
          </p:nvSpPr>
          <p:spPr>
            <a:xfrm rot="5400000">
              <a:off x="8999343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99DBB3D-F817-46A6-A373-2FB618ED5F5E}"/>
                </a:ext>
              </a:extLst>
            </p:cNvPr>
            <p:cNvSpPr/>
            <p:nvPr/>
          </p:nvSpPr>
          <p:spPr>
            <a:xfrm rot="5400000">
              <a:off x="9465875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2D251682-5E84-454A-A6FF-A72A4CD588B3}"/>
                </a:ext>
              </a:extLst>
            </p:cNvPr>
            <p:cNvSpPr/>
            <p:nvPr/>
          </p:nvSpPr>
          <p:spPr>
            <a:xfrm rot="5400000">
              <a:off x="9932407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269CDAC-CE52-4FAA-9999-15CBA2063723}"/>
                </a:ext>
              </a:extLst>
            </p:cNvPr>
            <p:cNvSpPr/>
            <p:nvPr/>
          </p:nvSpPr>
          <p:spPr>
            <a:xfrm rot="5400000">
              <a:off x="10398938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04" name="Oval 103">
            <a:extLst>
              <a:ext uri="{FF2B5EF4-FFF2-40B4-BE49-F238E27FC236}">
                <a16:creationId xmlns:a16="http://schemas.microsoft.com/office/drawing/2014/main" id="{BF13508E-88CE-462F-A168-991B3854741C}"/>
              </a:ext>
            </a:extLst>
          </p:cNvPr>
          <p:cNvSpPr/>
          <p:nvPr/>
        </p:nvSpPr>
        <p:spPr>
          <a:xfrm>
            <a:off x="2383979" y="175540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8F4F604-0475-447E-AA6C-16CC09019DE4}"/>
              </a:ext>
            </a:extLst>
          </p:cNvPr>
          <p:cNvSpPr/>
          <p:nvPr/>
        </p:nvSpPr>
        <p:spPr>
          <a:xfrm>
            <a:off x="3289059" y="175540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C0E2AB6-1FCC-4D8F-9BB0-1FD852205A42}"/>
              </a:ext>
            </a:extLst>
          </p:cNvPr>
          <p:cNvSpPr/>
          <p:nvPr/>
        </p:nvSpPr>
        <p:spPr>
          <a:xfrm>
            <a:off x="4250107" y="175540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EECB10A-DF66-46C3-ABD9-03E544D6FA70}"/>
              </a:ext>
            </a:extLst>
          </p:cNvPr>
          <p:cNvSpPr/>
          <p:nvPr/>
        </p:nvSpPr>
        <p:spPr>
          <a:xfrm>
            <a:off x="5648192" y="2197454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7B59AE8-7E2F-441C-9A60-F673E8687928}"/>
              </a:ext>
            </a:extLst>
          </p:cNvPr>
          <p:cNvSpPr/>
          <p:nvPr/>
        </p:nvSpPr>
        <p:spPr>
          <a:xfrm>
            <a:off x="5648192" y="1313362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B8A629B7-0D2F-4C32-B258-026FB5A94E89}"/>
              </a:ext>
            </a:extLst>
          </p:cNvPr>
          <p:cNvSpPr/>
          <p:nvPr/>
        </p:nvSpPr>
        <p:spPr>
          <a:xfrm>
            <a:off x="7049301" y="175540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00E678A6-221D-4209-930D-78686B15A5C7}"/>
              </a:ext>
            </a:extLst>
          </p:cNvPr>
          <p:cNvSpPr/>
          <p:nvPr/>
        </p:nvSpPr>
        <p:spPr>
          <a:xfrm>
            <a:off x="7987031" y="175540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02E1F622-C53A-4E75-8281-16B3196746C8}"/>
              </a:ext>
            </a:extLst>
          </p:cNvPr>
          <p:cNvSpPr/>
          <p:nvPr/>
        </p:nvSpPr>
        <p:spPr>
          <a:xfrm>
            <a:off x="8882774" y="1759150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43D974A-B46D-466F-BBD2-FACE32A0328B}"/>
              </a:ext>
            </a:extLst>
          </p:cNvPr>
          <p:cNvSpPr/>
          <p:nvPr/>
        </p:nvSpPr>
        <p:spPr>
          <a:xfrm>
            <a:off x="9832983" y="175540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7108826-4FE5-4808-93B7-3BD870CCCEE1}"/>
              </a:ext>
            </a:extLst>
          </p:cNvPr>
          <p:cNvSpPr/>
          <p:nvPr/>
        </p:nvSpPr>
        <p:spPr>
          <a:xfrm>
            <a:off x="11252757" y="1313362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F53CB0A3-913A-4EFE-8A63-05DEC2E65CB4}"/>
              </a:ext>
            </a:extLst>
          </p:cNvPr>
          <p:cNvSpPr/>
          <p:nvPr/>
        </p:nvSpPr>
        <p:spPr>
          <a:xfrm>
            <a:off x="11252757" y="1754750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678452B-DBF0-474E-ADB3-2A5C8FE3C335}"/>
              </a:ext>
            </a:extLst>
          </p:cNvPr>
          <p:cNvSpPr/>
          <p:nvPr/>
        </p:nvSpPr>
        <p:spPr>
          <a:xfrm>
            <a:off x="339130" y="2015375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2D65784-037A-4FCF-8F4F-C4ADCC463AC2}"/>
              </a:ext>
            </a:extLst>
          </p:cNvPr>
          <p:cNvSpPr/>
          <p:nvPr/>
        </p:nvSpPr>
        <p:spPr>
          <a:xfrm>
            <a:off x="334367" y="1583692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CA296A-8A62-4FC3-991E-C6F591956BBE}"/>
              </a:ext>
            </a:extLst>
          </p:cNvPr>
          <p:cNvSpPr/>
          <p:nvPr/>
        </p:nvSpPr>
        <p:spPr>
          <a:xfrm>
            <a:off x="335918" y="1132047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53DA932A-AD85-4D2A-A9A2-B7CF3EA8CF45}"/>
              </a:ext>
            </a:extLst>
          </p:cNvPr>
          <p:cNvSpPr/>
          <p:nvPr/>
        </p:nvSpPr>
        <p:spPr>
          <a:xfrm>
            <a:off x="5652813" y="175540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05B76493-EE45-43E8-86D0-BE5890946C6D}"/>
              </a:ext>
            </a:extLst>
          </p:cNvPr>
          <p:cNvSpPr/>
          <p:nvPr/>
        </p:nvSpPr>
        <p:spPr>
          <a:xfrm>
            <a:off x="11251245" y="219195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2A2DB42-AFA0-4CFC-9B59-A50C6B612534}"/>
              </a:ext>
            </a:extLst>
          </p:cNvPr>
          <p:cNvSpPr/>
          <p:nvPr/>
        </p:nvSpPr>
        <p:spPr>
          <a:xfrm>
            <a:off x="339130" y="1809405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56D5551-79CA-45A2-A982-0AAC7B2DE651}"/>
              </a:ext>
            </a:extLst>
          </p:cNvPr>
          <p:cNvSpPr/>
          <p:nvPr/>
        </p:nvSpPr>
        <p:spPr>
          <a:xfrm>
            <a:off x="339130" y="2251315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E0E5342-176E-4200-B457-38EA39312E07}"/>
              </a:ext>
            </a:extLst>
          </p:cNvPr>
          <p:cNvSpPr/>
          <p:nvPr/>
        </p:nvSpPr>
        <p:spPr>
          <a:xfrm>
            <a:off x="334367" y="2496627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95C3A99-FFDF-4BE1-BA17-706A47202CB5}"/>
              </a:ext>
            </a:extLst>
          </p:cNvPr>
          <p:cNvSpPr/>
          <p:nvPr/>
        </p:nvSpPr>
        <p:spPr>
          <a:xfrm>
            <a:off x="335918" y="1359290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83D9A6D-EF5F-42C7-9930-17AD36402EE8}"/>
              </a:ext>
            </a:extLst>
          </p:cNvPr>
          <p:cNvGrpSpPr/>
          <p:nvPr/>
        </p:nvGrpSpPr>
        <p:grpSpPr>
          <a:xfrm>
            <a:off x="320363" y="3366968"/>
            <a:ext cx="11296256" cy="1890831"/>
            <a:chOff x="326575" y="1181117"/>
            <a:chExt cx="11296256" cy="1390513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DBAE3DE-D7F8-4656-A028-3F458B958C16}"/>
                </a:ext>
              </a:extLst>
            </p:cNvPr>
            <p:cNvSpPr/>
            <p:nvPr/>
          </p:nvSpPr>
          <p:spPr>
            <a:xfrm>
              <a:off x="401217" y="1181178"/>
              <a:ext cx="11221614" cy="1390391"/>
            </a:xfrm>
            <a:prstGeom prst="rect">
              <a:avLst/>
            </a:prstGeom>
            <a:gradFill>
              <a:gsLst>
                <a:gs pos="70000">
                  <a:srgbClr val="A19377"/>
                </a:gs>
                <a:gs pos="30000">
                  <a:srgbClr val="A19377"/>
                </a:gs>
                <a:gs pos="0">
                  <a:srgbClr val="8D7E61"/>
                </a:gs>
                <a:gs pos="100000">
                  <a:srgbClr val="8D7E61"/>
                </a:gs>
              </a:gsLst>
              <a:lin ang="5400000" scaled="1"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124BF3D-5ED7-4B5F-B088-9441998AB8A5}"/>
                </a:ext>
              </a:extLst>
            </p:cNvPr>
            <p:cNvSpPr/>
            <p:nvPr/>
          </p:nvSpPr>
          <p:spPr>
            <a:xfrm rot="5400000">
              <a:off x="135233" y="1839054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EEE4A9D-B95A-4954-9717-7B2F7E484AB6}"/>
                </a:ext>
              </a:extLst>
            </p:cNvPr>
            <p:cNvSpPr/>
            <p:nvPr/>
          </p:nvSpPr>
          <p:spPr>
            <a:xfrm rot="5400000">
              <a:off x="601765" y="1839053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35232DE-18D9-47E4-9815-C362F29F04D3}"/>
                </a:ext>
              </a:extLst>
            </p:cNvPr>
            <p:cNvSpPr/>
            <p:nvPr/>
          </p:nvSpPr>
          <p:spPr>
            <a:xfrm rot="5400000">
              <a:off x="1068297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433160E-E921-4DF9-8417-2E3C4D3325C4}"/>
                </a:ext>
              </a:extLst>
            </p:cNvPr>
            <p:cNvSpPr/>
            <p:nvPr/>
          </p:nvSpPr>
          <p:spPr>
            <a:xfrm rot="5400000">
              <a:off x="1534829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9F2682D-EA99-4A25-BD7A-5E427A67D270}"/>
                </a:ext>
              </a:extLst>
            </p:cNvPr>
            <p:cNvSpPr/>
            <p:nvPr/>
          </p:nvSpPr>
          <p:spPr>
            <a:xfrm rot="5400000">
              <a:off x="2001361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C0329A31-9221-4E7C-8129-12373C9D0196}"/>
                </a:ext>
              </a:extLst>
            </p:cNvPr>
            <p:cNvSpPr/>
            <p:nvPr/>
          </p:nvSpPr>
          <p:spPr>
            <a:xfrm rot="5400000">
              <a:off x="2467893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65A8A61-33A5-4E3E-9E00-2654E06153CD}"/>
                </a:ext>
              </a:extLst>
            </p:cNvPr>
            <p:cNvSpPr/>
            <p:nvPr/>
          </p:nvSpPr>
          <p:spPr>
            <a:xfrm rot="5400000">
              <a:off x="2934425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EBC8306-EA0B-4E08-AFBB-EA220767F231}"/>
                </a:ext>
              </a:extLst>
            </p:cNvPr>
            <p:cNvSpPr/>
            <p:nvPr/>
          </p:nvSpPr>
          <p:spPr>
            <a:xfrm rot="5400000">
              <a:off x="3400958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19D4397-B701-471E-AF07-1EDDAD12BD36}"/>
                </a:ext>
              </a:extLst>
            </p:cNvPr>
            <p:cNvSpPr/>
            <p:nvPr/>
          </p:nvSpPr>
          <p:spPr>
            <a:xfrm rot="5400000">
              <a:off x="3867491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BF1EF1A-F452-41C7-B5E8-861881D50268}"/>
                </a:ext>
              </a:extLst>
            </p:cNvPr>
            <p:cNvSpPr/>
            <p:nvPr/>
          </p:nvSpPr>
          <p:spPr>
            <a:xfrm rot="5400000">
              <a:off x="4334023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F0FBEF0-0094-468A-B323-0DDC07DA2958}"/>
                </a:ext>
              </a:extLst>
            </p:cNvPr>
            <p:cNvSpPr/>
            <p:nvPr/>
          </p:nvSpPr>
          <p:spPr>
            <a:xfrm rot="5400000">
              <a:off x="4800555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3ED6D4A-A0FF-481F-B236-ADEBF2F505C3}"/>
                </a:ext>
              </a:extLst>
            </p:cNvPr>
            <p:cNvSpPr/>
            <p:nvPr/>
          </p:nvSpPr>
          <p:spPr>
            <a:xfrm rot="5400000">
              <a:off x="5267087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1B4D98CA-4CB1-45C6-B293-1D24A9B8FC57}"/>
                </a:ext>
              </a:extLst>
            </p:cNvPr>
            <p:cNvSpPr/>
            <p:nvPr/>
          </p:nvSpPr>
          <p:spPr>
            <a:xfrm rot="5400000">
              <a:off x="-331299" y="1839051"/>
              <a:ext cx="1390390" cy="7464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CB98AE95-DB54-4D58-B464-92D9A95498BB}"/>
                </a:ext>
              </a:extLst>
            </p:cNvPr>
            <p:cNvSpPr/>
            <p:nvPr/>
          </p:nvSpPr>
          <p:spPr>
            <a:xfrm rot="5400000">
              <a:off x="5733619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628A148-2EFE-4D5A-A679-87CB73F5262D}"/>
                </a:ext>
              </a:extLst>
            </p:cNvPr>
            <p:cNvSpPr/>
            <p:nvPr/>
          </p:nvSpPr>
          <p:spPr>
            <a:xfrm rot="5400000">
              <a:off x="6200151" y="1839114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22B42D9F-4FBC-46F1-8379-40EC772B4F04}"/>
                </a:ext>
              </a:extLst>
            </p:cNvPr>
            <p:cNvSpPr/>
            <p:nvPr/>
          </p:nvSpPr>
          <p:spPr>
            <a:xfrm rot="5400000">
              <a:off x="6666683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DEFF0B1-4842-417B-A7C7-23A8BF704AF1}"/>
                </a:ext>
              </a:extLst>
            </p:cNvPr>
            <p:cNvSpPr/>
            <p:nvPr/>
          </p:nvSpPr>
          <p:spPr>
            <a:xfrm rot="5400000">
              <a:off x="7133215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7AC7F1C3-40C4-4567-8FA9-13AEBB2D8CF5}"/>
                </a:ext>
              </a:extLst>
            </p:cNvPr>
            <p:cNvSpPr/>
            <p:nvPr/>
          </p:nvSpPr>
          <p:spPr>
            <a:xfrm rot="5400000">
              <a:off x="7599747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459EE02-D1A7-450D-8F08-14F22D516609}"/>
                </a:ext>
              </a:extLst>
            </p:cNvPr>
            <p:cNvSpPr/>
            <p:nvPr/>
          </p:nvSpPr>
          <p:spPr>
            <a:xfrm rot="5400000">
              <a:off x="8066279" y="183905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7621139D-8BC0-4DAC-8322-A850D34AB81E}"/>
                </a:ext>
              </a:extLst>
            </p:cNvPr>
            <p:cNvSpPr/>
            <p:nvPr/>
          </p:nvSpPr>
          <p:spPr>
            <a:xfrm rot="5400000">
              <a:off x="8532811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E1D90BAC-0830-49F0-98DF-DBB298B7E785}"/>
                </a:ext>
              </a:extLst>
            </p:cNvPr>
            <p:cNvSpPr/>
            <p:nvPr/>
          </p:nvSpPr>
          <p:spPr>
            <a:xfrm rot="5400000">
              <a:off x="8999343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966A126C-DAC5-4093-A096-EBCB7DBD3E1E}"/>
                </a:ext>
              </a:extLst>
            </p:cNvPr>
            <p:cNvSpPr/>
            <p:nvPr/>
          </p:nvSpPr>
          <p:spPr>
            <a:xfrm rot="5400000">
              <a:off x="9465875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7FA27A4-682E-4A45-9F5C-C8D49C2BEBF1}"/>
                </a:ext>
              </a:extLst>
            </p:cNvPr>
            <p:cNvSpPr/>
            <p:nvPr/>
          </p:nvSpPr>
          <p:spPr>
            <a:xfrm rot="5400000">
              <a:off x="9932407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645E09F4-EC6A-425E-9CA1-E2BF8DE0F4C2}"/>
                </a:ext>
              </a:extLst>
            </p:cNvPr>
            <p:cNvSpPr/>
            <p:nvPr/>
          </p:nvSpPr>
          <p:spPr>
            <a:xfrm rot="5400000">
              <a:off x="10398938" y="1838991"/>
              <a:ext cx="1390390" cy="74642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62" name="Oval 161">
            <a:extLst>
              <a:ext uri="{FF2B5EF4-FFF2-40B4-BE49-F238E27FC236}">
                <a16:creationId xmlns:a16="http://schemas.microsoft.com/office/drawing/2014/main" id="{E3B7ACA5-AA92-4AB1-BA43-5D22DEE2EE0E}"/>
              </a:ext>
            </a:extLst>
          </p:cNvPr>
          <p:cNvSpPr/>
          <p:nvPr/>
        </p:nvSpPr>
        <p:spPr>
          <a:xfrm>
            <a:off x="2377767" y="423712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2B8D15FF-0624-425F-9F2A-21A13134DC0E}"/>
              </a:ext>
            </a:extLst>
          </p:cNvPr>
          <p:cNvSpPr/>
          <p:nvPr/>
        </p:nvSpPr>
        <p:spPr>
          <a:xfrm>
            <a:off x="3310836" y="423712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B9665277-AAC5-4A15-ADBE-F2F120846868}"/>
              </a:ext>
            </a:extLst>
          </p:cNvPr>
          <p:cNvSpPr/>
          <p:nvPr/>
        </p:nvSpPr>
        <p:spPr>
          <a:xfrm>
            <a:off x="4243895" y="423712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A73A8F71-0D0B-494B-A8E7-246E2724AAB4}"/>
              </a:ext>
            </a:extLst>
          </p:cNvPr>
          <p:cNvSpPr/>
          <p:nvPr/>
        </p:nvSpPr>
        <p:spPr>
          <a:xfrm>
            <a:off x="5643498" y="4795602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2D11D1A1-9FF9-4591-B005-5E923D8EC35B}"/>
              </a:ext>
            </a:extLst>
          </p:cNvPr>
          <p:cNvSpPr/>
          <p:nvPr/>
        </p:nvSpPr>
        <p:spPr>
          <a:xfrm>
            <a:off x="5638829" y="3688714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E9F39AE4-0F3B-4733-AFFA-08078C307C3D}"/>
              </a:ext>
            </a:extLst>
          </p:cNvPr>
          <p:cNvSpPr/>
          <p:nvPr/>
        </p:nvSpPr>
        <p:spPr>
          <a:xfrm>
            <a:off x="7047755" y="423122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6E8F90F-C1B0-44DD-8C78-E3F6AD25CD2F}"/>
              </a:ext>
            </a:extLst>
          </p:cNvPr>
          <p:cNvSpPr/>
          <p:nvPr/>
        </p:nvSpPr>
        <p:spPr>
          <a:xfrm>
            <a:off x="7980819" y="423804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8E70A2A-AEE0-4524-83E8-6FDC6DBA0697}"/>
              </a:ext>
            </a:extLst>
          </p:cNvPr>
          <p:cNvSpPr/>
          <p:nvPr/>
        </p:nvSpPr>
        <p:spPr>
          <a:xfrm>
            <a:off x="8913883" y="4243436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E35778AC-53A4-4DEE-8699-149A3F45B570}"/>
              </a:ext>
            </a:extLst>
          </p:cNvPr>
          <p:cNvSpPr/>
          <p:nvPr/>
        </p:nvSpPr>
        <p:spPr>
          <a:xfrm>
            <a:off x="9832983" y="4241518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77F4E8B9-6221-4B89-9D38-09DC39C7F76E}"/>
              </a:ext>
            </a:extLst>
          </p:cNvPr>
          <p:cNvSpPr/>
          <p:nvPr/>
        </p:nvSpPr>
        <p:spPr>
          <a:xfrm>
            <a:off x="11251245" y="3674411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95310BDB-4AD6-4A2B-AD21-3A0FEF9C709D}"/>
              </a:ext>
            </a:extLst>
          </p:cNvPr>
          <p:cNvSpPr/>
          <p:nvPr/>
        </p:nvSpPr>
        <p:spPr>
          <a:xfrm>
            <a:off x="11266887" y="4238049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17FD10E-E333-47A5-B03B-297CD9DE90D4}"/>
              </a:ext>
            </a:extLst>
          </p:cNvPr>
          <p:cNvSpPr/>
          <p:nvPr/>
        </p:nvSpPr>
        <p:spPr>
          <a:xfrm>
            <a:off x="326645" y="5125722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71B7B93-5EFE-4A09-BB6A-E750BE6B300F}"/>
              </a:ext>
            </a:extLst>
          </p:cNvPr>
          <p:cNvSpPr/>
          <p:nvPr/>
        </p:nvSpPr>
        <p:spPr>
          <a:xfrm>
            <a:off x="323395" y="4655691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188B8DE-9C00-4851-91C3-638DAC8B667E}"/>
              </a:ext>
            </a:extLst>
          </p:cNvPr>
          <p:cNvSpPr/>
          <p:nvPr/>
        </p:nvSpPr>
        <p:spPr>
          <a:xfrm>
            <a:off x="323395" y="4174661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4DD367F8-9FBF-4F1A-B6CA-704420323D33}"/>
              </a:ext>
            </a:extLst>
          </p:cNvPr>
          <p:cNvSpPr/>
          <p:nvPr/>
        </p:nvSpPr>
        <p:spPr>
          <a:xfrm>
            <a:off x="5648158" y="4231225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04E18785-C1EA-4E7B-A133-6C4B01DF00D8}"/>
              </a:ext>
            </a:extLst>
          </p:cNvPr>
          <p:cNvSpPr/>
          <p:nvPr/>
        </p:nvSpPr>
        <p:spPr>
          <a:xfrm>
            <a:off x="11266887" y="4805354"/>
            <a:ext cx="158620" cy="15862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3C0976E-4134-45E0-BCBD-34D2925DEC7B}"/>
              </a:ext>
            </a:extLst>
          </p:cNvPr>
          <p:cNvSpPr/>
          <p:nvPr/>
        </p:nvSpPr>
        <p:spPr>
          <a:xfrm>
            <a:off x="327629" y="4889611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38DB12A-DCE0-4E81-B20A-EBD6E5503F7E}"/>
              </a:ext>
            </a:extLst>
          </p:cNvPr>
          <p:cNvSpPr/>
          <p:nvPr/>
        </p:nvSpPr>
        <p:spPr>
          <a:xfrm>
            <a:off x="323395" y="3939524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78F9417-242F-4236-94F9-F4F4E26D8A5E}"/>
              </a:ext>
            </a:extLst>
          </p:cNvPr>
          <p:cNvSpPr/>
          <p:nvPr/>
        </p:nvSpPr>
        <p:spPr>
          <a:xfrm>
            <a:off x="323395" y="3726679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56702C69-B3EA-41DC-8284-33343174C171}"/>
              </a:ext>
            </a:extLst>
          </p:cNvPr>
          <p:cNvSpPr/>
          <p:nvPr/>
        </p:nvSpPr>
        <p:spPr>
          <a:xfrm>
            <a:off x="327629" y="4426581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7907B30-E12C-4F3C-A347-C1AF766A4071}"/>
              </a:ext>
            </a:extLst>
          </p:cNvPr>
          <p:cNvSpPr/>
          <p:nvPr/>
        </p:nvSpPr>
        <p:spPr>
          <a:xfrm>
            <a:off x="323396" y="3500446"/>
            <a:ext cx="11308677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7542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612</TotalTime>
  <Words>170</Words>
  <Application>Microsoft Office PowerPoint</Application>
  <PresentationFormat>Custom</PresentationFormat>
  <Paragraphs>124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Jeison Eccel</dc:creator>
  <cp:lastModifiedBy>Jeison Eccel</cp:lastModifiedBy>
  <cp:revision>15</cp:revision>
  <dcterms:created xsi:type="dcterms:W3CDTF">2020-04-27T18:31:24Z</dcterms:created>
  <dcterms:modified xsi:type="dcterms:W3CDTF">2020-04-28T20:24:39Z</dcterms:modified>
</cp:coreProperties>
</file>